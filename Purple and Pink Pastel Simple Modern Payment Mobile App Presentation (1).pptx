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" charset="1" panose="00000500000000000000"/>
      <p:regular r:id="rId19"/>
    </p:embeddedFont>
    <p:embeddedFont>
      <p:font typeface="Poppins Bold" charset="1" panose="00000800000000000000"/>
      <p:regular r:id="rId20"/>
    </p:embeddedFont>
    <p:embeddedFont>
      <p:font typeface="Poppins Medium" charset="1" panose="00000600000000000000"/>
      <p:regular r:id="rId21"/>
    </p:embeddedFont>
    <p:embeddedFont>
      <p:font typeface="Poppins Semi-Bold" charset="1" panose="00000700000000000000"/>
      <p:regular r:id="rId22"/>
    </p:embeddedFont>
    <p:embeddedFont>
      <p:font typeface="Poppins Light" charset="1" panose="000004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1729743" y="4532546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907507" y="2541498"/>
            <a:ext cx="14168570" cy="4890634"/>
            <a:chOff x="0" y="0"/>
            <a:chExt cx="3731640" cy="12880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31640" cy="1288068"/>
            </a:xfrm>
            <a:custGeom>
              <a:avLst/>
              <a:gdLst/>
              <a:ahLst/>
              <a:cxnLst/>
              <a:rect r="r" b="b" t="t" l="l"/>
              <a:pathLst>
                <a:path h="1288068" w="3731640">
                  <a:moveTo>
                    <a:pt x="26774" y="0"/>
                  </a:moveTo>
                  <a:lnTo>
                    <a:pt x="3704866" y="0"/>
                  </a:lnTo>
                  <a:cubicBezTo>
                    <a:pt x="3719653" y="0"/>
                    <a:pt x="3731640" y="11987"/>
                    <a:pt x="3731640" y="26774"/>
                  </a:cubicBezTo>
                  <a:lnTo>
                    <a:pt x="3731640" y="1261294"/>
                  </a:lnTo>
                  <a:cubicBezTo>
                    <a:pt x="3731640" y="1276081"/>
                    <a:pt x="3719653" y="1288068"/>
                    <a:pt x="3704866" y="1288068"/>
                  </a:cubicBezTo>
                  <a:lnTo>
                    <a:pt x="26774" y="1288068"/>
                  </a:lnTo>
                  <a:cubicBezTo>
                    <a:pt x="11987" y="1288068"/>
                    <a:pt x="0" y="1276081"/>
                    <a:pt x="0" y="1261294"/>
                  </a:cubicBezTo>
                  <a:lnTo>
                    <a:pt x="0" y="26774"/>
                  </a:lnTo>
                  <a:cubicBezTo>
                    <a:pt x="0" y="11987"/>
                    <a:pt x="11987" y="0"/>
                    <a:pt x="267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731640" cy="1326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16711" y="7009903"/>
            <a:ext cx="9065982" cy="1167429"/>
            <a:chOff x="0" y="0"/>
            <a:chExt cx="2387748" cy="3074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87748" cy="307471"/>
            </a:xfrm>
            <a:custGeom>
              <a:avLst/>
              <a:gdLst/>
              <a:ahLst/>
              <a:cxnLst/>
              <a:rect r="r" b="b" t="t" l="l"/>
              <a:pathLst>
                <a:path h="307471" w="2387748">
                  <a:moveTo>
                    <a:pt x="85395" y="0"/>
                  </a:moveTo>
                  <a:lnTo>
                    <a:pt x="2302353" y="0"/>
                  </a:lnTo>
                  <a:cubicBezTo>
                    <a:pt x="2349516" y="0"/>
                    <a:pt x="2387748" y="38233"/>
                    <a:pt x="2387748" y="85395"/>
                  </a:cubicBezTo>
                  <a:lnTo>
                    <a:pt x="2387748" y="222076"/>
                  </a:lnTo>
                  <a:cubicBezTo>
                    <a:pt x="2387748" y="269238"/>
                    <a:pt x="2349516" y="307471"/>
                    <a:pt x="2302353" y="307471"/>
                  </a:cubicBezTo>
                  <a:lnTo>
                    <a:pt x="85395" y="307471"/>
                  </a:lnTo>
                  <a:cubicBezTo>
                    <a:pt x="38233" y="307471"/>
                    <a:pt x="0" y="269238"/>
                    <a:pt x="0" y="222076"/>
                  </a:cubicBezTo>
                  <a:lnTo>
                    <a:pt x="0" y="85395"/>
                  </a:lnTo>
                  <a:cubicBezTo>
                    <a:pt x="0" y="38233"/>
                    <a:pt x="38233" y="0"/>
                    <a:pt x="85395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87748" cy="345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-519040" y="1028700"/>
            <a:ext cx="5069887" cy="10031643"/>
            <a:chOff x="0" y="0"/>
            <a:chExt cx="2620010" cy="51841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111575" y="3906135"/>
            <a:ext cx="1808659" cy="2006834"/>
          </a:xfrm>
          <a:custGeom>
            <a:avLst/>
            <a:gdLst/>
            <a:ahLst/>
            <a:cxnLst/>
            <a:rect r="r" b="b" t="t" l="l"/>
            <a:pathLst>
              <a:path h="2006834" w="1808659">
                <a:moveTo>
                  <a:pt x="0" y="0"/>
                </a:moveTo>
                <a:lnTo>
                  <a:pt x="1808659" y="0"/>
                </a:lnTo>
                <a:lnTo>
                  <a:pt x="1808659" y="2006834"/>
                </a:lnTo>
                <a:lnTo>
                  <a:pt x="0" y="2006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410942" y="7301518"/>
            <a:ext cx="8077521" cy="52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5"/>
              </a:lnSpc>
              <a:spcBef>
                <a:spcPct val="0"/>
              </a:spcBef>
            </a:pPr>
            <a:r>
              <a:rPr lang="en-US" sz="2975" spc="196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REVOLUTIONIZING MOBILE PAYMENTS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25540" y="3416034"/>
            <a:ext cx="11057710" cy="1823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82"/>
              </a:lnSpc>
            </a:pPr>
            <a:r>
              <a:rPr lang="en-US" sz="12319" b="true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6149" y="6236437"/>
            <a:ext cx="2859511" cy="47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b="true" sz="3185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525540" y="5119216"/>
            <a:ext cx="9051235" cy="140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36"/>
              </a:lnSpc>
            </a:pPr>
            <a:r>
              <a:rPr lang="en-US" sz="9379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12602" y="6711286"/>
            <a:ext cx="1806604" cy="277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3"/>
              </a:lnSpc>
            </a:pPr>
            <a:r>
              <a:rPr lang="en-US" sz="1872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1729743" y="4532546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16789" y="2585963"/>
            <a:ext cx="6406223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4"/>
              </a:lnSpc>
            </a:pPr>
            <a:r>
              <a:rPr lang="en-US" sz="7499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51549" y="8037508"/>
            <a:ext cx="3970670" cy="551300"/>
            <a:chOff x="0" y="0"/>
            <a:chExt cx="1359715" cy="1887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59715" cy="188787"/>
            </a:xfrm>
            <a:custGeom>
              <a:avLst/>
              <a:gdLst/>
              <a:ahLst/>
              <a:cxnLst/>
              <a:rect r="r" b="b" t="t" l="l"/>
              <a:pathLst>
                <a:path h="188787" w="1359715">
                  <a:moveTo>
                    <a:pt x="19498" y="0"/>
                  </a:moveTo>
                  <a:lnTo>
                    <a:pt x="1340217" y="0"/>
                  </a:lnTo>
                  <a:cubicBezTo>
                    <a:pt x="1345388" y="0"/>
                    <a:pt x="1350348" y="2054"/>
                    <a:pt x="1354004" y="5711"/>
                  </a:cubicBezTo>
                  <a:cubicBezTo>
                    <a:pt x="1357661" y="9367"/>
                    <a:pt x="1359715" y="14327"/>
                    <a:pt x="1359715" y="19498"/>
                  </a:cubicBezTo>
                  <a:lnTo>
                    <a:pt x="1359715" y="169289"/>
                  </a:lnTo>
                  <a:cubicBezTo>
                    <a:pt x="1359715" y="180058"/>
                    <a:pt x="1350985" y="188787"/>
                    <a:pt x="1340217" y="188787"/>
                  </a:cubicBezTo>
                  <a:lnTo>
                    <a:pt x="19498" y="188787"/>
                  </a:lnTo>
                  <a:cubicBezTo>
                    <a:pt x="8729" y="188787"/>
                    <a:pt x="0" y="180058"/>
                    <a:pt x="0" y="169289"/>
                  </a:cubicBezTo>
                  <a:lnTo>
                    <a:pt x="0" y="19498"/>
                  </a:lnTo>
                  <a:cubicBezTo>
                    <a:pt x="0" y="8729"/>
                    <a:pt x="8729" y="0"/>
                    <a:pt x="19498" y="0"/>
                  </a:cubicBezTo>
                  <a:close/>
                </a:path>
              </a:pathLst>
            </a:custGeom>
            <a:solidFill>
              <a:srgbClr val="F4F2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359715" cy="245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16789" y="4543684"/>
            <a:ext cx="6580386" cy="153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0"/>
              </a:lnSpc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Presentations are communication tools that can use as lectures, speeches, reports, and more. It is mostly presented before an audience. It serves a variety of purpose, making presentations powerful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16789" y="6374414"/>
            <a:ext cx="6396866" cy="76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0"/>
              </a:lnSpc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Presentations are communication tools that can use as lectures, speeches, reports, and more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32928" y="8076303"/>
            <a:ext cx="3457014" cy="3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0"/>
              </a:lnSpc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1131362" y="2429273"/>
            <a:ext cx="5069887" cy="10031643"/>
            <a:chOff x="0" y="0"/>
            <a:chExt cx="2620010" cy="51841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2761976" y="5306708"/>
            <a:ext cx="1808659" cy="2006834"/>
          </a:xfrm>
          <a:custGeom>
            <a:avLst/>
            <a:gdLst/>
            <a:ahLst/>
            <a:cxnLst/>
            <a:rect r="r" b="b" t="t" l="l"/>
            <a:pathLst>
              <a:path h="2006834" w="1808659">
                <a:moveTo>
                  <a:pt x="0" y="0"/>
                </a:moveTo>
                <a:lnTo>
                  <a:pt x="1808659" y="0"/>
                </a:lnTo>
                <a:lnTo>
                  <a:pt x="1808659" y="2006834"/>
                </a:lnTo>
                <a:lnTo>
                  <a:pt x="0" y="2006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236550" y="7637010"/>
            <a:ext cx="2859511" cy="47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b="true" sz="3185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63004" y="8111859"/>
            <a:ext cx="1806604" cy="277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3"/>
              </a:lnSpc>
            </a:pPr>
            <a:r>
              <a:rPr lang="en-US" sz="1872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5560523" y="7020510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800974" y="2530288"/>
            <a:ext cx="55490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F505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87413" y="3518785"/>
            <a:ext cx="58133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Statement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2215044" y="2189233"/>
            <a:ext cx="5098077" cy="10087421"/>
            <a:chOff x="0" y="0"/>
            <a:chExt cx="2620010" cy="5184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3854725" y="5082667"/>
            <a:ext cx="1818716" cy="2017992"/>
          </a:xfrm>
          <a:custGeom>
            <a:avLst/>
            <a:gdLst/>
            <a:ahLst/>
            <a:cxnLst/>
            <a:rect r="r" b="b" t="t" l="l"/>
            <a:pathLst>
              <a:path h="2017992" w="1818716">
                <a:moveTo>
                  <a:pt x="0" y="0"/>
                </a:moveTo>
                <a:lnTo>
                  <a:pt x="1818715" y="0"/>
                </a:lnTo>
                <a:lnTo>
                  <a:pt x="1818715" y="2017992"/>
                </a:lnTo>
                <a:lnTo>
                  <a:pt x="0" y="2017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326377" y="7425873"/>
            <a:ext cx="2875410" cy="477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7"/>
              </a:lnSpc>
            </a:pPr>
            <a:r>
              <a:rPr lang="en-US" b="true" sz="3203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55758" y="7903414"/>
            <a:ext cx="1816649" cy="279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4"/>
              </a:lnSpc>
            </a:pPr>
            <a:r>
              <a:rPr lang="en-US" sz="1882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787413" y="5143500"/>
            <a:ext cx="5562622" cy="855816"/>
            <a:chOff x="0" y="0"/>
            <a:chExt cx="1465053" cy="225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5053" cy="225400"/>
            </a:xfrm>
            <a:custGeom>
              <a:avLst/>
              <a:gdLst/>
              <a:ahLst/>
              <a:cxnLst/>
              <a:rect r="r" b="b" t="t" l="l"/>
              <a:pathLst>
                <a:path h="225400" w="1465053">
                  <a:moveTo>
                    <a:pt x="23660" y="0"/>
                  </a:moveTo>
                  <a:lnTo>
                    <a:pt x="1441393" y="0"/>
                  </a:lnTo>
                  <a:cubicBezTo>
                    <a:pt x="1454460" y="0"/>
                    <a:pt x="1465053" y="10593"/>
                    <a:pt x="1465053" y="23660"/>
                  </a:cubicBezTo>
                  <a:lnTo>
                    <a:pt x="1465053" y="201740"/>
                  </a:lnTo>
                  <a:cubicBezTo>
                    <a:pt x="1465053" y="214807"/>
                    <a:pt x="1454460" y="225400"/>
                    <a:pt x="1441393" y="225400"/>
                  </a:cubicBezTo>
                  <a:lnTo>
                    <a:pt x="23660" y="225400"/>
                  </a:lnTo>
                  <a:cubicBezTo>
                    <a:pt x="10593" y="225400"/>
                    <a:pt x="0" y="214807"/>
                    <a:pt x="0" y="201740"/>
                  </a:cubicBezTo>
                  <a:lnTo>
                    <a:pt x="0" y="23660"/>
                  </a:lnTo>
                  <a:cubicBezTo>
                    <a:pt x="0" y="10593"/>
                    <a:pt x="10593" y="0"/>
                    <a:pt x="2366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465053" cy="282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787413" y="7466292"/>
            <a:ext cx="5562622" cy="855816"/>
            <a:chOff x="0" y="0"/>
            <a:chExt cx="1465053" cy="225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5053" cy="225400"/>
            </a:xfrm>
            <a:custGeom>
              <a:avLst/>
              <a:gdLst/>
              <a:ahLst/>
              <a:cxnLst/>
              <a:rect r="r" b="b" t="t" l="l"/>
              <a:pathLst>
                <a:path h="225400" w="1465053">
                  <a:moveTo>
                    <a:pt x="23660" y="0"/>
                  </a:moveTo>
                  <a:lnTo>
                    <a:pt x="1441393" y="0"/>
                  </a:lnTo>
                  <a:cubicBezTo>
                    <a:pt x="1454460" y="0"/>
                    <a:pt x="1465053" y="10593"/>
                    <a:pt x="1465053" y="23660"/>
                  </a:cubicBezTo>
                  <a:lnTo>
                    <a:pt x="1465053" y="201740"/>
                  </a:lnTo>
                  <a:cubicBezTo>
                    <a:pt x="1465053" y="214807"/>
                    <a:pt x="1454460" y="225400"/>
                    <a:pt x="1441393" y="225400"/>
                  </a:cubicBezTo>
                  <a:lnTo>
                    <a:pt x="23660" y="225400"/>
                  </a:lnTo>
                  <a:cubicBezTo>
                    <a:pt x="10593" y="225400"/>
                    <a:pt x="0" y="214807"/>
                    <a:pt x="0" y="201740"/>
                  </a:cubicBezTo>
                  <a:lnTo>
                    <a:pt x="0" y="23660"/>
                  </a:lnTo>
                  <a:cubicBezTo>
                    <a:pt x="0" y="10593"/>
                    <a:pt x="10593" y="0"/>
                    <a:pt x="2366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465053" cy="282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787413" y="6305676"/>
            <a:ext cx="5562622" cy="855816"/>
            <a:chOff x="0" y="0"/>
            <a:chExt cx="1465053" cy="225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5053" cy="225400"/>
            </a:xfrm>
            <a:custGeom>
              <a:avLst/>
              <a:gdLst/>
              <a:ahLst/>
              <a:cxnLst/>
              <a:rect r="r" b="b" t="t" l="l"/>
              <a:pathLst>
                <a:path h="225400" w="1465053">
                  <a:moveTo>
                    <a:pt x="23660" y="0"/>
                  </a:moveTo>
                  <a:lnTo>
                    <a:pt x="1441393" y="0"/>
                  </a:lnTo>
                  <a:cubicBezTo>
                    <a:pt x="1454460" y="0"/>
                    <a:pt x="1465053" y="10593"/>
                    <a:pt x="1465053" y="23660"/>
                  </a:cubicBezTo>
                  <a:lnTo>
                    <a:pt x="1465053" y="201740"/>
                  </a:lnTo>
                  <a:cubicBezTo>
                    <a:pt x="1465053" y="214807"/>
                    <a:pt x="1454460" y="225400"/>
                    <a:pt x="1441393" y="225400"/>
                  </a:cubicBezTo>
                  <a:lnTo>
                    <a:pt x="23660" y="225400"/>
                  </a:lnTo>
                  <a:cubicBezTo>
                    <a:pt x="10593" y="225400"/>
                    <a:pt x="0" y="214807"/>
                    <a:pt x="0" y="201740"/>
                  </a:cubicBezTo>
                  <a:lnTo>
                    <a:pt x="0" y="23660"/>
                  </a:lnTo>
                  <a:cubicBezTo>
                    <a:pt x="0" y="10593"/>
                    <a:pt x="10593" y="0"/>
                    <a:pt x="2366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465053" cy="282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8975721" y="5367793"/>
            <a:ext cx="295509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 One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975721" y="7690585"/>
            <a:ext cx="3182785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 Three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975721" y="6529969"/>
            <a:ext cx="295509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 Two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95530" y="3784234"/>
            <a:ext cx="4098022" cy="5474066"/>
            <a:chOff x="0" y="0"/>
            <a:chExt cx="1079314" cy="1441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9314" cy="1441729"/>
            </a:xfrm>
            <a:custGeom>
              <a:avLst/>
              <a:gdLst/>
              <a:ahLst/>
              <a:cxnLst/>
              <a:rect r="r" b="b" t="t" l="l"/>
              <a:pathLst>
                <a:path h="1441729" w="1079314">
                  <a:moveTo>
                    <a:pt x="54786" y="0"/>
                  </a:moveTo>
                  <a:lnTo>
                    <a:pt x="1024528" y="0"/>
                  </a:lnTo>
                  <a:cubicBezTo>
                    <a:pt x="1054786" y="0"/>
                    <a:pt x="1079314" y="24529"/>
                    <a:pt x="1079314" y="54786"/>
                  </a:cubicBezTo>
                  <a:lnTo>
                    <a:pt x="1079314" y="1386943"/>
                  </a:lnTo>
                  <a:cubicBezTo>
                    <a:pt x="1079314" y="1401473"/>
                    <a:pt x="1073542" y="1415408"/>
                    <a:pt x="1063268" y="1425683"/>
                  </a:cubicBezTo>
                  <a:cubicBezTo>
                    <a:pt x="1052993" y="1435957"/>
                    <a:pt x="1039058" y="1441729"/>
                    <a:pt x="1024528" y="1441729"/>
                  </a:cubicBezTo>
                  <a:lnTo>
                    <a:pt x="54786" y="1441729"/>
                  </a:lnTo>
                  <a:cubicBezTo>
                    <a:pt x="24529" y="1441729"/>
                    <a:pt x="0" y="1417201"/>
                    <a:pt x="0" y="1386943"/>
                  </a:cubicBezTo>
                  <a:lnTo>
                    <a:pt x="0" y="54786"/>
                  </a:lnTo>
                  <a:cubicBezTo>
                    <a:pt x="0" y="24529"/>
                    <a:pt x="24529" y="0"/>
                    <a:pt x="54786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079314" cy="1498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012289" y="3784234"/>
            <a:ext cx="4098022" cy="5474066"/>
            <a:chOff x="0" y="0"/>
            <a:chExt cx="1079314" cy="14417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9314" cy="1441729"/>
            </a:xfrm>
            <a:custGeom>
              <a:avLst/>
              <a:gdLst/>
              <a:ahLst/>
              <a:cxnLst/>
              <a:rect r="r" b="b" t="t" l="l"/>
              <a:pathLst>
                <a:path h="1441729" w="1079314">
                  <a:moveTo>
                    <a:pt x="54786" y="0"/>
                  </a:moveTo>
                  <a:lnTo>
                    <a:pt x="1024528" y="0"/>
                  </a:lnTo>
                  <a:cubicBezTo>
                    <a:pt x="1054786" y="0"/>
                    <a:pt x="1079314" y="24529"/>
                    <a:pt x="1079314" y="54786"/>
                  </a:cubicBezTo>
                  <a:lnTo>
                    <a:pt x="1079314" y="1386943"/>
                  </a:lnTo>
                  <a:cubicBezTo>
                    <a:pt x="1079314" y="1401473"/>
                    <a:pt x="1073542" y="1415408"/>
                    <a:pt x="1063268" y="1425683"/>
                  </a:cubicBezTo>
                  <a:cubicBezTo>
                    <a:pt x="1052993" y="1435957"/>
                    <a:pt x="1039058" y="1441729"/>
                    <a:pt x="1024528" y="1441729"/>
                  </a:cubicBezTo>
                  <a:lnTo>
                    <a:pt x="54786" y="1441729"/>
                  </a:lnTo>
                  <a:cubicBezTo>
                    <a:pt x="24529" y="1441729"/>
                    <a:pt x="0" y="1417201"/>
                    <a:pt x="0" y="1386943"/>
                  </a:cubicBezTo>
                  <a:lnTo>
                    <a:pt x="0" y="54786"/>
                  </a:lnTo>
                  <a:cubicBezTo>
                    <a:pt x="0" y="24529"/>
                    <a:pt x="24529" y="0"/>
                    <a:pt x="54786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79314" cy="1498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77689" y="3784234"/>
            <a:ext cx="4098022" cy="5474066"/>
            <a:chOff x="0" y="0"/>
            <a:chExt cx="1079314" cy="14417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314" cy="1441729"/>
            </a:xfrm>
            <a:custGeom>
              <a:avLst/>
              <a:gdLst/>
              <a:ahLst/>
              <a:cxnLst/>
              <a:rect r="r" b="b" t="t" l="l"/>
              <a:pathLst>
                <a:path h="1441729" w="1079314">
                  <a:moveTo>
                    <a:pt x="54786" y="0"/>
                  </a:moveTo>
                  <a:lnTo>
                    <a:pt x="1024528" y="0"/>
                  </a:lnTo>
                  <a:cubicBezTo>
                    <a:pt x="1054786" y="0"/>
                    <a:pt x="1079314" y="24529"/>
                    <a:pt x="1079314" y="54786"/>
                  </a:cubicBezTo>
                  <a:lnTo>
                    <a:pt x="1079314" y="1386943"/>
                  </a:lnTo>
                  <a:cubicBezTo>
                    <a:pt x="1079314" y="1401473"/>
                    <a:pt x="1073542" y="1415408"/>
                    <a:pt x="1063268" y="1425683"/>
                  </a:cubicBezTo>
                  <a:cubicBezTo>
                    <a:pt x="1052993" y="1435957"/>
                    <a:pt x="1039058" y="1441729"/>
                    <a:pt x="1024528" y="1441729"/>
                  </a:cubicBezTo>
                  <a:lnTo>
                    <a:pt x="54786" y="1441729"/>
                  </a:lnTo>
                  <a:cubicBezTo>
                    <a:pt x="24529" y="1441729"/>
                    <a:pt x="0" y="1417201"/>
                    <a:pt x="0" y="1386943"/>
                  </a:cubicBezTo>
                  <a:lnTo>
                    <a:pt x="0" y="54786"/>
                  </a:lnTo>
                  <a:cubicBezTo>
                    <a:pt x="0" y="24529"/>
                    <a:pt x="24529" y="0"/>
                    <a:pt x="54786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79314" cy="1498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992884" y="8152679"/>
            <a:ext cx="2467632" cy="724271"/>
            <a:chOff x="0" y="0"/>
            <a:chExt cx="845015" cy="2480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45015" cy="248019"/>
            </a:xfrm>
            <a:custGeom>
              <a:avLst/>
              <a:gdLst/>
              <a:ahLst/>
              <a:cxnLst/>
              <a:rect r="r" b="b" t="t" l="l"/>
              <a:pathLst>
                <a:path h="248019" w="845015">
                  <a:moveTo>
                    <a:pt x="31374" y="0"/>
                  </a:moveTo>
                  <a:lnTo>
                    <a:pt x="813641" y="0"/>
                  </a:lnTo>
                  <a:cubicBezTo>
                    <a:pt x="830969" y="0"/>
                    <a:pt x="845015" y="14047"/>
                    <a:pt x="845015" y="31374"/>
                  </a:cubicBezTo>
                  <a:lnTo>
                    <a:pt x="845015" y="216645"/>
                  </a:lnTo>
                  <a:cubicBezTo>
                    <a:pt x="845015" y="224966"/>
                    <a:pt x="841710" y="232946"/>
                    <a:pt x="835826" y="238830"/>
                  </a:cubicBezTo>
                  <a:cubicBezTo>
                    <a:pt x="829942" y="244714"/>
                    <a:pt x="821962" y="248019"/>
                    <a:pt x="813641" y="248019"/>
                  </a:cubicBezTo>
                  <a:lnTo>
                    <a:pt x="31374" y="248019"/>
                  </a:lnTo>
                  <a:cubicBezTo>
                    <a:pt x="23053" y="248019"/>
                    <a:pt x="15073" y="244714"/>
                    <a:pt x="9189" y="238830"/>
                  </a:cubicBezTo>
                  <a:cubicBezTo>
                    <a:pt x="3305" y="232946"/>
                    <a:pt x="0" y="224966"/>
                    <a:pt x="0" y="216645"/>
                  </a:cubicBezTo>
                  <a:lnTo>
                    <a:pt x="0" y="31374"/>
                  </a:lnTo>
                  <a:cubicBezTo>
                    <a:pt x="0" y="23053"/>
                    <a:pt x="3305" y="15073"/>
                    <a:pt x="9189" y="9189"/>
                  </a:cubicBezTo>
                  <a:cubicBezTo>
                    <a:pt x="15073" y="3305"/>
                    <a:pt x="23053" y="0"/>
                    <a:pt x="31374" y="0"/>
                  </a:cubicBezTo>
                  <a:close/>
                </a:path>
              </a:pathLst>
            </a:custGeom>
            <a:solidFill>
              <a:srgbClr val="FF5050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45015" cy="305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10724" y="8152679"/>
            <a:ext cx="2467632" cy="724271"/>
            <a:chOff x="0" y="0"/>
            <a:chExt cx="845015" cy="2480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5015" cy="248019"/>
            </a:xfrm>
            <a:custGeom>
              <a:avLst/>
              <a:gdLst/>
              <a:ahLst/>
              <a:cxnLst/>
              <a:rect r="r" b="b" t="t" l="l"/>
              <a:pathLst>
                <a:path h="248019" w="845015">
                  <a:moveTo>
                    <a:pt x="31374" y="0"/>
                  </a:moveTo>
                  <a:lnTo>
                    <a:pt x="813641" y="0"/>
                  </a:lnTo>
                  <a:cubicBezTo>
                    <a:pt x="830969" y="0"/>
                    <a:pt x="845015" y="14047"/>
                    <a:pt x="845015" y="31374"/>
                  </a:cubicBezTo>
                  <a:lnTo>
                    <a:pt x="845015" y="216645"/>
                  </a:lnTo>
                  <a:cubicBezTo>
                    <a:pt x="845015" y="224966"/>
                    <a:pt x="841710" y="232946"/>
                    <a:pt x="835826" y="238830"/>
                  </a:cubicBezTo>
                  <a:cubicBezTo>
                    <a:pt x="829942" y="244714"/>
                    <a:pt x="821962" y="248019"/>
                    <a:pt x="813641" y="248019"/>
                  </a:cubicBezTo>
                  <a:lnTo>
                    <a:pt x="31374" y="248019"/>
                  </a:lnTo>
                  <a:cubicBezTo>
                    <a:pt x="23053" y="248019"/>
                    <a:pt x="15073" y="244714"/>
                    <a:pt x="9189" y="238830"/>
                  </a:cubicBezTo>
                  <a:cubicBezTo>
                    <a:pt x="3305" y="232946"/>
                    <a:pt x="0" y="224966"/>
                    <a:pt x="0" y="216645"/>
                  </a:cubicBezTo>
                  <a:lnTo>
                    <a:pt x="0" y="31374"/>
                  </a:lnTo>
                  <a:cubicBezTo>
                    <a:pt x="0" y="23053"/>
                    <a:pt x="3305" y="15073"/>
                    <a:pt x="9189" y="9189"/>
                  </a:cubicBezTo>
                  <a:cubicBezTo>
                    <a:pt x="15073" y="3305"/>
                    <a:pt x="23053" y="0"/>
                    <a:pt x="31374" y="0"/>
                  </a:cubicBezTo>
                  <a:close/>
                </a:path>
              </a:pathLst>
            </a:custGeom>
            <a:solidFill>
              <a:srgbClr val="FF5050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45015" cy="305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827484" y="8152679"/>
            <a:ext cx="2467632" cy="724271"/>
            <a:chOff x="0" y="0"/>
            <a:chExt cx="845015" cy="2480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5015" cy="248019"/>
            </a:xfrm>
            <a:custGeom>
              <a:avLst/>
              <a:gdLst/>
              <a:ahLst/>
              <a:cxnLst/>
              <a:rect r="r" b="b" t="t" l="l"/>
              <a:pathLst>
                <a:path h="248019" w="845015">
                  <a:moveTo>
                    <a:pt x="31374" y="0"/>
                  </a:moveTo>
                  <a:lnTo>
                    <a:pt x="813641" y="0"/>
                  </a:lnTo>
                  <a:cubicBezTo>
                    <a:pt x="830969" y="0"/>
                    <a:pt x="845015" y="14047"/>
                    <a:pt x="845015" y="31374"/>
                  </a:cubicBezTo>
                  <a:lnTo>
                    <a:pt x="845015" y="216645"/>
                  </a:lnTo>
                  <a:cubicBezTo>
                    <a:pt x="845015" y="224966"/>
                    <a:pt x="841710" y="232946"/>
                    <a:pt x="835826" y="238830"/>
                  </a:cubicBezTo>
                  <a:cubicBezTo>
                    <a:pt x="829942" y="244714"/>
                    <a:pt x="821962" y="248019"/>
                    <a:pt x="813641" y="248019"/>
                  </a:cubicBezTo>
                  <a:lnTo>
                    <a:pt x="31374" y="248019"/>
                  </a:lnTo>
                  <a:cubicBezTo>
                    <a:pt x="23053" y="248019"/>
                    <a:pt x="15073" y="244714"/>
                    <a:pt x="9189" y="238830"/>
                  </a:cubicBezTo>
                  <a:cubicBezTo>
                    <a:pt x="3305" y="232946"/>
                    <a:pt x="0" y="224966"/>
                    <a:pt x="0" y="216645"/>
                  </a:cubicBezTo>
                  <a:lnTo>
                    <a:pt x="0" y="31374"/>
                  </a:lnTo>
                  <a:cubicBezTo>
                    <a:pt x="0" y="23053"/>
                    <a:pt x="3305" y="15073"/>
                    <a:pt x="9189" y="9189"/>
                  </a:cubicBezTo>
                  <a:cubicBezTo>
                    <a:pt x="15073" y="3305"/>
                    <a:pt x="23053" y="0"/>
                    <a:pt x="31374" y="0"/>
                  </a:cubicBezTo>
                  <a:close/>
                </a:path>
              </a:pathLst>
            </a:custGeom>
            <a:solidFill>
              <a:srgbClr val="FF5050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45015" cy="305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806451" y="4176061"/>
            <a:ext cx="840498" cy="840498"/>
          </a:xfrm>
          <a:custGeom>
            <a:avLst/>
            <a:gdLst/>
            <a:ahLst/>
            <a:cxnLst/>
            <a:rect r="r" b="b" t="t" l="l"/>
            <a:pathLst>
              <a:path h="840498" w="840498">
                <a:moveTo>
                  <a:pt x="0" y="0"/>
                </a:moveTo>
                <a:lnTo>
                  <a:pt x="840498" y="0"/>
                </a:lnTo>
                <a:lnTo>
                  <a:pt x="840498" y="840498"/>
                </a:lnTo>
                <a:lnTo>
                  <a:pt x="0" y="8404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824291" y="4176061"/>
            <a:ext cx="840498" cy="840498"/>
          </a:xfrm>
          <a:custGeom>
            <a:avLst/>
            <a:gdLst/>
            <a:ahLst/>
            <a:cxnLst/>
            <a:rect r="r" b="b" t="t" l="l"/>
            <a:pathLst>
              <a:path h="840498" w="840498">
                <a:moveTo>
                  <a:pt x="0" y="0"/>
                </a:moveTo>
                <a:lnTo>
                  <a:pt x="840499" y="0"/>
                </a:lnTo>
                <a:lnTo>
                  <a:pt x="840499" y="840498"/>
                </a:lnTo>
                <a:lnTo>
                  <a:pt x="0" y="8404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641051" y="4176061"/>
            <a:ext cx="840498" cy="840498"/>
          </a:xfrm>
          <a:custGeom>
            <a:avLst/>
            <a:gdLst/>
            <a:ahLst/>
            <a:cxnLst/>
            <a:rect r="r" b="b" t="t" l="l"/>
            <a:pathLst>
              <a:path h="840498" w="840498">
                <a:moveTo>
                  <a:pt x="0" y="0"/>
                </a:moveTo>
                <a:lnTo>
                  <a:pt x="840498" y="0"/>
                </a:lnTo>
                <a:lnTo>
                  <a:pt x="840498" y="840498"/>
                </a:lnTo>
                <a:lnTo>
                  <a:pt x="0" y="8404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528817" y="2076947"/>
            <a:ext cx="6504863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Subscription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33680" y="2076947"/>
            <a:ext cx="4725503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F5050"/>
                </a:solidFill>
                <a:latin typeface="Poppins Bold"/>
                <a:ea typeface="Poppins Bold"/>
                <a:cs typeface="Poppins Bold"/>
                <a:sym typeface="Poppins Bold"/>
              </a:rPr>
              <a:t>Price List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037699" y="5445982"/>
            <a:ext cx="237800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Basic Plan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55539" y="5445982"/>
            <a:ext cx="237800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Standard Plan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72299" y="5445982"/>
            <a:ext cx="237800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Premium Plan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783824" y="6115436"/>
            <a:ext cx="2885752" cy="167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Core features for individual users</a:t>
            </a:r>
          </a:p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Limited transaction volume</a:t>
            </a:r>
          </a:p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Email support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801664" y="5948748"/>
            <a:ext cx="2885752" cy="2009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Expanded features for small businesses</a:t>
            </a:r>
          </a:p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Moderate transaction volume</a:t>
            </a:r>
          </a:p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Priority email and chat support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15356" y="5948748"/>
            <a:ext cx="3491887" cy="2009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All features, including advanced functionalities</a:t>
            </a:r>
          </a:p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High transaction volume</a:t>
            </a:r>
          </a:p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24/7 priority support with live chat and phone assistance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037699" y="8373332"/>
            <a:ext cx="237800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$25/month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055539" y="8373332"/>
            <a:ext cx="237800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$35/month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872299" y="8373332"/>
            <a:ext cx="237800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$45/month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2272120" y="-4344859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32880" y="3710980"/>
            <a:ext cx="12687804" cy="9451509"/>
            <a:chOff x="0" y="0"/>
            <a:chExt cx="1155115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5115" cy="860478"/>
            </a:xfrm>
            <a:custGeom>
              <a:avLst/>
              <a:gdLst/>
              <a:ahLst/>
              <a:cxnLst/>
              <a:rect r="r" b="b" t="t" l="l"/>
              <a:pathLst>
                <a:path h="860478" w="1155115">
                  <a:moveTo>
                    <a:pt x="41493" y="0"/>
                  </a:moveTo>
                  <a:lnTo>
                    <a:pt x="1113622" y="0"/>
                  </a:lnTo>
                  <a:cubicBezTo>
                    <a:pt x="1124626" y="0"/>
                    <a:pt x="1135180" y="4372"/>
                    <a:pt x="1142962" y="12153"/>
                  </a:cubicBezTo>
                  <a:cubicBezTo>
                    <a:pt x="1150743" y="19934"/>
                    <a:pt x="1155115" y="30488"/>
                    <a:pt x="1155115" y="41493"/>
                  </a:cubicBezTo>
                  <a:lnTo>
                    <a:pt x="1155115" y="818985"/>
                  </a:lnTo>
                  <a:cubicBezTo>
                    <a:pt x="1155115" y="841901"/>
                    <a:pt x="1136538" y="860478"/>
                    <a:pt x="1113622" y="860478"/>
                  </a:cubicBezTo>
                  <a:lnTo>
                    <a:pt x="41493" y="860478"/>
                  </a:lnTo>
                  <a:cubicBezTo>
                    <a:pt x="18577" y="860478"/>
                    <a:pt x="0" y="841901"/>
                    <a:pt x="0" y="818985"/>
                  </a:cubicBezTo>
                  <a:lnTo>
                    <a:pt x="0" y="41493"/>
                  </a:lnTo>
                  <a:cubicBezTo>
                    <a:pt x="0" y="30488"/>
                    <a:pt x="4372" y="19934"/>
                    <a:pt x="12153" y="12153"/>
                  </a:cubicBezTo>
                  <a:cubicBezTo>
                    <a:pt x="19934" y="4372"/>
                    <a:pt x="30488" y="0"/>
                    <a:pt x="41493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55115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49490" y="4250465"/>
            <a:ext cx="639485" cy="63948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649490" y="5005863"/>
            <a:ext cx="3517301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Budget tracking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57039" y="4991912"/>
            <a:ext cx="4024907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Expense categorization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49490" y="7753619"/>
            <a:ext cx="3771180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Investment insights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57039" y="7754863"/>
            <a:ext cx="250555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Bill reminders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51822" y="4322929"/>
            <a:ext cx="363188" cy="47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5"/>
              </a:lnSpc>
            </a:pPr>
            <a:r>
              <a:rPr lang="en-US" b="true" sz="3293" spc="-125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057039" y="4250465"/>
            <a:ext cx="639485" cy="63948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3259371" y="4322929"/>
            <a:ext cx="363188" cy="47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5"/>
              </a:lnSpc>
            </a:pPr>
            <a:r>
              <a:rPr lang="en-US" b="true" sz="3293" spc="-125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649490" y="6998221"/>
            <a:ext cx="639485" cy="63948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851822" y="7070685"/>
            <a:ext cx="363188" cy="47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5"/>
              </a:lnSpc>
            </a:pPr>
            <a:r>
              <a:rPr lang="en-US" b="true" sz="3293" spc="-125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3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057039" y="6998221"/>
            <a:ext cx="639485" cy="63948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214238" y="7089735"/>
            <a:ext cx="363188" cy="47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5"/>
              </a:lnSpc>
            </a:pPr>
            <a:r>
              <a:rPr lang="en-US" b="true" sz="3293" spc="-125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649490" y="5426497"/>
            <a:ext cx="4172275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057039" y="5426497"/>
            <a:ext cx="4202261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649490" y="8156447"/>
            <a:ext cx="4172275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</a:t>
            </a: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057039" y="8156447"/>
            <a:ext cx="4202261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</a:t>
            </a: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72101" y="2203678"/>
            <a:ext cx="55490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Apps </a:t>
            </a:r>
            <a:r>
              <a:rPr lang="en-US" b="true" sz="7499" strike="noStrike" u="non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Main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58540" y="3192174"/>
            <a:ext cx="58133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 strike="noStrike" u="non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Features</a:t>
            </a:r>
          </a:p>
        </p:txBody>
      </p:sp>
      <p:grpSp>
        <p:nvGrpSpPr>
          <p:cNvPr name="Group 34" id="34"/>
          <p:cNvGrpSpPr>
            <a:grpSpLocks noChangeAspect="true"/>
          </p:cNvGrpSpPr>
          <p:nvPr/>
        </p:nvGrpSpPr>
        <p:grpSpPr>
          <a:xfrm rot="0">
            <a:off x="1882140" y="4799434"/>
            <a:ext cx="3806341" cy="7531500"/>
            <a:chOff x="0" y="0"/>
            <a:chExt cx="2620010" cy="51841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3106363" y="6959738"/>
            <a:ext cx="1357895" cy="1506680"/>
          </a:xfrm>
          <a:custGeom>
            <a:avLst/>
            <a:gdLst/>
            <a:ahLst/>
            <a:cxnLst/>
            <a:rect r="r" b="b" t="t" l="l"/>
            <a:pathLst>
              <a:path h="1506680" w="1357895">
                <a:moveTo>
                  <a:pt x="0" y="0"/>
                </a:moveTo>
                <a:lnTo>
                  <a:pt x="1357895" y="0"/>
                </a:lnTo>
                <a:lnTo>
                  <a:pt x="1357895" y="1506680"/>
                </a:lnTo>
                <a:lnTo>
                  <a:pt x="0" y="150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2711887" y="8711643"/>
            <a:ext cx="2146847" cy="35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9"/>
              </a:lnSpc>
            </a:pPr>
            <a:r>
              <a:rPr lang="en-US" b="true" sz="2391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107135" y="9056248"/>
            <a:ext cx="1356352" cy="217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4"/>
              </a:lnSpc>
            </a:pPr>
            <a:r>
              <a:rPr lang="en-US" sz="1405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473106">
            <a:off x="8695744" y="4202400"/>
            <a:ext cx="11855355" cy="8511976"/>
            <a:chOff x="0" y="0"/>
            <a:chExt cx="1079327" cy="7749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9327" cy="774942"/>
            </a:xfrm>
            <a:custGeom>
              <a:avLst/>
              <a:gdLst/>
              <a:ahLst/>
              <a:cxnLst/>
              <a:rect r="r" b="b" t="t" l="l"/>
              <a:pathLst>
                <a:path h="774942" w="1079327">
                  <a:moveTo>
                    <a:pt x="44406" y="0"/>
                  </a:moveTo>
                  <a:lnTo>
                    <a:pt x="1034921" y="0"/>
                  </a:lnTo>
                  <a:cubicBezTo>
                    <a:pt x="1046698" y="0"/>
                    <a:pt x="1057993" y="4678"/>
                    <a:pt x="1066321" y="13006"/>
                  </a:cubicBezTo>
                  <a:cubicBezTo>
                    <a:pt x="1074649" y="21334"/>
                    <a:pt x="1079327" y="32629"/>
                    <a:pt x="1079327" y="44406"/>
                  </a:cubicBezTo>
                  <a:lnTo>
                    <a:pt x="1079327" y="730535"/>
                  </a:lnTo>
                  <a:cubicBezTo>
                    <a:pt x="1079327" y="742313"/>
                    <a:pt x="1074649" y="753608"/>
                    <a:pt x="1066321" y="761935"/>
                  </a:cubicBezTo>
                  <a:cubicBezTo>
                    <a:pt x="1057993" y="770263"/>
                    <a:pt x="1046698" y="774942"/>
                    <a:pt x="1034921" y="774942"/>
                  </a:cubicBezTo>
                  <a:lnTo>
                    <a:pt x="44406" y="774942"/>
                  </a:lnTo>
                  <a:cubicBezTo>
                    <a:pt x="32629" y="774942"/>
                    <a:pt x="21334" y="770263"/>
                    <a:pt x="13006" y="761935"/>
                  </a:cubicBezTo>
                  <a:cubicBezTo>
                    <a:pt x="4678" y="753608"/>
                    <a:pt x="0" y="742313"/>
                    <a:pt x="0" y="730535"/>
                  </a:cubicBezTo>
                  <a:lnTo>
                    <a:pt x="0" y="44406"/>
                  </a:lnTo>
                  <a:cubicBezTo>
                    <a:pt x="0" y="32629"/>
                    <a:pt x="4678" y="21334"/>
                    <a:pt x="13006" y="13006"/>
                  </a:cubicBezTo>
                  <a:cubicBezTo>
                    <a:pt x="21334" y="4678"/>
                    <a:pt x="32629" y="0"/>
                    <a:pt x="44406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79327" cy="813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84618" y="2644286"/>
            <a:ext cx="55490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F5050"/>
                </a:solidFill>
                <a:latin typeface="Poppins Bold"/>
                <a:ea typeface="Poppins Bold"/>
                <a:cs typeface="Poppins Bold"/>
                <a:sym typeface="Poppins Bold"/>
              </a:rPr>
              <a:t>Market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1057" y="3632783"/>
            <a:ext cx="58133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Overview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560043">
            <a:off x="9876570" y="2586520"/>
            <a:ext cx="2112427" cy="4179799"/>
            <a:chOff x="0" y="0"/>
            <a:chExt cx="2620010" cy="5184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560043">
            <a:off x="10537032" y="7464282"/>
            <a:ext cx="2112427" cy="4179799"/>
            <a:chOff x="0" y="0"/>
            <a:chExt cx="2620010" cy="51841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560043">
            <a:off x="13352544" y="2395995"/>
            <a:ext cx="2112427" cy="4179799"/>
            <a:chOff x="0" y="0"/>
            <a:chExt cx="2620010" cy="51841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0" id="40"/>
          <p:cNvGrpSpPr>
            <a:grpSpLocks noChangeAspect="true"/>
          </p:cNvGrpSpPr>
          <p:nvPr/>
        </p:nvGrpSpPr>
        <p:grpSpPr>
          <a:xfrm rot="560043">
            <a:off x="14217415" y="8114184"/>
            <a:ext cx="2112427" cy="4179799"/>
            <a:chOff x="0" y="0"/>
            <a:chExt cx="2620010" cy="51841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50" id="50"/>
          <p:cNvGrpSpPr>
            <a:grpSpLocks noChangeAspect="true"/>
          </p:cNvGrpSpPr>
          <p:nvPr/>
        </p:nvGrpSpPr>
        <p:grpSpPr>
          <a:xfrm rot="560043">
            <a:off x="16469109" y="3719479"/>
            <a:ext cx="2112427" cy="4179799"/>
            <a:chOff x="0" y="0"/>
            <a:chExt cx="2620010" cy="51841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60" id="60"/>
          <p:cNvSpPr/>
          <p:nvPr/>
        </p:nvSpPr>
        <p:spPr>
          <a:xfrm flipH="false" flipV="false" rot="560043">
            <a:off x="10632683" y="3791697"/>
            <a:ext cx="753599" cy="836170"/>
          </a:xfrm>
          <a:custGeom>
            <a:avLst/>
            <a:gdLst/>
            <a:ahLst/>
            <a:cxnLst/>
            <a:rect r="r" b="b" t="t" l="l"/>
            <a:pathLst>
              <a:path h="836170" w="753599">
                <a:moveTo>
                  <a:pt x="0" y="0"/>
                </a:moveTo>
                <a:lnTo>
                  <a:pt x="753599" y="0"/>
                </a:lnTo>
                <a:lnTo>
                  <a:pt x="753599" y="836171"/>
                </a:lnTo>
                <a:lnTo>
                  <a:pt x="0" y="836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560043">
            <a:off x="11293145" y="8669459"/>
            <a:ext cx="753599" cy="836170"/>
          </a:xfrm>
          <a:custGeom>
            <a:avLst/>
            <a:gdLst/>
            <a:ahLst/>
            <a:cxnLst/>
            <a:rect r="r" b="b" t="t" l="l"/>
            <a:pathLst>
              <a:path h="836170" w="753599">
                <a:moveTo>
                  <a:pt x="0" y="0"/>
                </a:moveTo>
                <a:lnTo>
                  <a:pt x="753599" y="0"/>
                </a:lnTo>
                <a:lnTo>
                  <a:pt x="753599" y="836171"/>
                </a:lnTo>
                <a:lnTo>
                  <a:pt x="0" y="836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560043">
            <a:off x="14108658" y="3601173"/>
            <a:ext cx="753599" cy="836170"/>
          </a:xfrm>
          <a:custGeom>
            <a:avLst/>
            <a:gdLst/>
            <a:ahLst/>
            <a:cxnLst/>
            <a:rect r="r" b="b" t="t" l="l"/>
            <a:pathLst>
              <a:path h="836170" w="753599">
                <a:moveTo>
                  <a:pt x="0" y="0"/>
                </a:moveTo>
                <a:lnTo>
                  <a:pt x="753599" y="0"/>
                </a:lnTo>
                <a:lnTo>
                  <a:pt x="753599" y="836170"/>
                </a:lnTo>
                <a:lnTo>
                  <a:pt x="0" y="836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560043">
            <a:off x="14973529" y="9319361"/>
            <a:ext cx="753599" cy="836170"/>
          </a:xfrm>
          <a:custGeom>
            <a:avLst/>
            <a:gdLst/>
            <a:ahLst/>
            <a:cxnLst/>
            <a:rect r="r" b="b" t="t" l="l"/>
            <a:pathLst>
              <a:path h="836170" w="753599">
                <a:moveTo>
                  <a:pt x="0" y="0"/>
                </a:moveTo>
                <a:lnTo>
                  <a:pt x="753599" y="0"/>
                </a:lnTo>
                <a:lnTo>
                  <a:pt x="753599" y="836171"/>
                </a:lnTo>
                <a:lnTo>
                  <a:pt x="0" y="836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560043">
            <a:off x="17225222" y="4924656"/>
            <a:ext cx="753599" cy="836170"/>
          </a:xfrm>
          <a:custGeom>
            <a:avLst/>
            <a:gdLst/>
            <a:ahLst/>
            <a:cxnLst/>
            <a:rect r="r" b="b" t="t" l="l"/>
            <a:pathLst>
              <a:path h="836170" w="753599">
                <a:moveTo>
                  <a:pt x="0" y="0"/>
                </a:moveTo>
                <a:lnTo>
                  <a:pt x="753599" y="0"/>
                </a:lnTo>
                <a:lnTo>
                  <a:pt x="753599" y="836171"/>
                </a:lnTo>
                <a:lnTo>
                  <a:pt x="0" y="836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5" id="65"/>
          <p:cNvSpPr txBox="true"/>
          <p:nvPr/>
        </p:nvSpPr>
        <p:spPr>
          <a:xfrm rot="560043">
            <a:off x="10308367" y="4750072"/>
            <a:ext cx="1191448" cy="20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0"/>
              </a:lnSpc>
            </a:pPr>
            <a:r>
              <a:rPr lang="en-US" b="true" sz="1327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66" id="66"/>
          <p:cNvSpPr txBox="true"/>
          <p:nvPr/>
        </p:nvSpPr>
        <p:spPr>
          <a:xfrm rot="560043">
            <a:off x="10968829" y="9627834"/>
            <a:ext cx="1191448" cy="20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0"/>
              </a:lnSpc>
            </a:pPr>
            <a:r>
              <a:rPr lang="en-US" b="true" sz="1327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67" id="67"/>
          <p:cNvSpPr txBox="true"/>
          <p:nvPr/>
        </p:nvSpPr>
        <p:spPr>
          <a:xfrm rot="560043">
            <a:off x="13784341" y="4559548"/>
            <a:ext cx="1191448" cy="20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0"/>
              </a:lnSpc>
            </a:pPr>
            <a:r>
              <a:rPr lang="en-US" b="true" sz="1327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68" id="68"/>
          <p:cNvSpPr txBox="true"/>
          <p:nvPr/>
        </p:nvSpPr>
        <p:spPr>
          <a:xfrm rot="560043">
            <a:off x="16900906" y="5883031"/>
            <a:ext cx="1191448" cy="20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0"/>
              </a:lnSpc>
            </a:pPr>
            <a:r>
              <a:rPr lang="en-US" b="true" sz="1327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69" id="69"/>
          <p:cNvSpPr txBox="true"/>
          <p:nvPr/>
        </p:nvSpPr>
        <p:spPr>
          <a:xfrm rot="560043">
            <a:off x="10307567" y="4959163"/>
            <a:ext cx="1137822" cy="11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3"/>
              </a:lnSpc>
            </a:pPr>
            <a:r>
              <a:rPr lang="en-US" sz="900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70" id="70"/>
          <p:cNvSpPr txBox="true"/>
          <p:nvPr/>
        </p:nvSpPr>
        <p:spPr>
          <a:xfrm rot="560043">
            <a:off x="10968029" y="9836925"/>
            <a:ext cx="1137822" cy="11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3"/>
              </a:lnSpc>
            </a:pPr>
            <a:r>
              <a:rPr lang="en-US" sz="900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71" id="71"/>
          <p:cNvSpPr txBox="true"/>
          <p:nvPr/>
        </p:nvSpPr>
        <p:spPr>
          <a:xfrm rot="560043">
            <a:off x="13823980" y="4768638"/>
            <a:ext cx="1056946" cy="11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3"/>
              </a:lnSpc>
            </a:pPr>
            <a:r>
              <a:rPr lang="en-US" sz="900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72" id="72"/>
          <p:cNvSpPr txBox="true"/>
          <p:nvPr/>
        </p:nvSpPr>
        <p:spPr>
          <a:xfrm rot="560043">
            <a:off x="16900106" y="6092122"/>
            <a:ext cx="1137822" cy="11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3"/>
              </a:lnSpc>
            </a:pPr>
            <a:r>
              <a:rPr lang="en-US" sz="900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771057" y="5460533"/>
            <a:ext cx="6580386" cy="153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0"/>
              </a:lnSpc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Presentations are communication tools that can use as lectures, speeches, reports, and more. It is mostly presented before an audience. It serves a variety of purpose, making presentations powerful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771057" y="7291263"/>
            <a:ext cx="6396866" cy="76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0"/>
              </a:lnSpc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Presentations are communication tools that can use as lectures, speeches, reports, and more</a:t>
            </a:r>
          </a:p>
        </p:txBody>
      </p:sp>
      <p:sp>
        <p:nvSpPr>
          <p:cNvPr name="Freeform 75" id="75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6" id="76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643411" y="-4290528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1729743" y="4532546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237758" y="2366643"/>
            <a:ext cx="3294834" cy="6519395"/>
            <a:chOff x="0" y="0"/>
            <a:chExt cx="2620010" cy="5184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1156784" y="3920517"/>
            <a:ext cx="2509522" cy="4965520"/>
            <a:chOff x="0" y="0"/>
            <a:chExt cx="2620010" cy="51841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4297466" y="4236639"/>
            <a:ext cx="1175417" cy="1304207"/>
          </a:xfrm>
          <a:custGeom>
            <a:avLst/>
            <a:gdLst/>
            <a:ahLst/>
            <a:cxnLst/>
            <a:rect r="r" b="b" t="t" l="l"/>
            <a:pathLst>
              <a:path h="1304207" w="1175417">
                <a:moveTo>
                  <a:pt x="0" y="0"/>
                </a:moveTo>
                <a:lnTo>
                  <a:pt x="1175417" y="0"/>
                </a:lnTo>
                <a:lnTo>
                  <a:pt x="1175417" y="1304208"/>
                </a:lnTo>
                <a:lnTo>
                  <a:pt x="0" y="1304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963915" y="5344807"/>
            <a:ext cx="895261" cy="993354"/>
          </a:xfrm>
          <a:custGeom>
            <a:avLst/>
            <a:gdLst/>
            <a:ahLst/>
            <a:cxnLst/>
            <a:rect r="r" b="b" t="t" l="l"/>
            <a:pathLst>
              <a:path h="993354" w="895261">
                <a:moveTo>
                  <a:pt x="0" y="0"/>
                </a:moveTo>
                <a:lnTo>
                  <a:pt x="895260" y="0"/>
                </a:lnTo>
                <a:lnTo>
                  <a:pt x="895260" y="993354"/>
                </a:lnTo>
                <a:lnTo>
                  <a:pt x="0" y="993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825833" y="4534548"/>
            <a:ext cx="6597027" cy="1886702"/>
            <a:chOff x="0" y="0"/>
            <a:chExt cx="1737489" cy="49690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37489" cy="496909"/>
            </a:xfrm>
            <a:custGeom>
              <a:avLst/>
              <a:gdLst/>
              <a:ahLst/>
              <a:cxnLst/>
              <a:rect r="r" b="b" t="t" l="l"/>
              <a:pathLst>
                <a:path h="496909" w="1737489">
                  <a:moveTo>
                    <a:pt x="19950" y="0"/>
                  </a:moveTo>
                  <a:lnTo>
                    <a:pt x="1717538" y="0"/>
                  </a:lnTo>
                  <a:cubicBezTo>
                    <a:pt x="1722830" y="0"/>
                    <a:pt x="1727904" y="2102"/>
                    <a:pt x="1731645" y="5843"/>
                  </a:cubicBezTo>
                  <a:cubicBezTo>
                    <a:pt x="1735387" y="9585"/>
                    <a:pt x="1737489" y="14659"/>
                    <a:pt x="1737489" y="19950"/>
                  </a:cubicBezTo>
                  <a:lnTo>
                    <a:pt x="1737489" y="476959"/>
                  </a:lnTo>
                  <a:cubicBezTo>
                    <a:pt x="1737489" y="482250"/>
                    <a:pt x="1735387" y="487324"/>
                    <a:pt x="1731645" y="491066"/>
                  </a:cubicBezTo>
                  <a:cubicBezTo>
                    <a:pt x="1727904" y="494807"/>
                    <a:pt x="1722830" y="496909"/>
                    <a:pt x="1717538" y="496909"/>
                  </a:cubicBezTo>
                  <a:lnTo>
                    <a:pt x="19950" y="496909"/>
                  </a:lnTo>
                  <a:cubicBezTo>
                    <a:pt x="14659" y="496909"/>
                    <a:pt x="9585" y="494807"/>
                    <a:pt x="5843" y="491066"/>
                  </a:cubicBezTo>
                  <a:cubicBezTo>
                    <a:pt x="2102" y="487324"/>
                    <a:pt x="0" y="482250"/>
                    <a:pt x="0" y="476959"/>
                  </a:cubicBezTo>
                  <a:lnTo>
                    <a:pt x="0" y="19950"/>
                  </a:lnTo>
                  <a:cubicBezTo>
                    <a:pt x="0" y="14659"/>
                    <a:pt x="2102" y="9585"/>
                    <a:pt x="5843" y="5843"/>
                  </a:cubicBezTo>
                  <a:cubicBezTo>
                    <a:pt x="9585" y="2102"/>
                    <a:pt x="14659" y="0"/>
                    <a:pt x="1995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737489" cy="554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825833" y="6805625"/>
            <a:ext cx="6597027" cy="1886702"/>
            <a:chOff x="0" y="0"/>
            <a:chExt cx="1737489" cy="49690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37489" cy="496909"/>
            </a:xfrm>
            <a:custGeom>
              <a:avLst/>
              <a:gdLst/>
              <a:ahLst/>
              <a:cxnLst/>
              <a:rect r="r" b="b" t="t" l="l"/>
              <a:pathLst>
                <a:path h="496909" w="1737489">
                  <a:moveTo>
                    <a:pt x="19950" y="0"/>
                  </a:moveTo>
                  <a:lnTo>
                    <a:pt x="1717538" y="0"/>
                  </a:lnTo>
                  <a:cubicBezTo>
                    <a:pt x="1722830" y="0"/>
                    <a:pt x="1727904" y="2102"/>
                    <a:pt x="1731645" y="5843"/>
                  </a:cubicBezTo>
                  <a:cubicBezTo>
                    <a:pt x="1735387" y="9585"/>
                    <a:pt x="1737489" y="14659"/>
                    <a:pt x="1737489" y="19950"/>
                  </a:cubicBezTo>
                  <a:lnTo>
                    <a:pt x="1737489" y="476959"/>
                  </a:lnTo>
                  <a:cubicBezTo>
                    <a:pt x="1737489" y="482250"/>
                    <a:pt x="1735387" y="487324"/>
                    <a:pt x="1731645" y="491066"/>
                  </a:cubicBezTo>
                  <a:cubicBezTo>
                    <a:pt x="1727904" y="494807"/>
                    <a:pt x="1722830" y="496909"/>
                    <a:pt x="1717538" y="496909"/>
                  </a:cubicBezTo>
                  <a:lnTo>
                    <a:pt x="19950" y="496909"/>
                  </a:lnTo>
                  <a:cubicBezTo>
                    <a:pt x="14659" y="496909"/>
                    <a:pt x="9585" y="494807"/>
                    <a:pt x="5843" y="491066"/>
                  </a:cubicBezTo>
                  <a:cubicBezTo>
                    <a:pt x="2102" y="487324"/>
                    <a:pt x="0" y="482250"/>
                    <a:pt x="0" y="476959"/>
                  </a:cubicBezTo>
                  <a:lnTo>
                    <a:pt x="0" y="19950"/>
                  </a:lnTo>
                  <a:cubicBezTo>
                    <a:pt x="0" y="14659"/>
                    <a:pt x="2102" y="9585"/>
                    <a:pt x="5843" y="5843"/>
                  </a:cubicBezTo>
                  <a:cubicBezTo>
                    <a:pt x="9585" y="2102"/>
                    <a:pt x="14659" y="0"/>
                    <a:pt x="1995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737489" cy="554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825833" y="2136437"/>
            <a:ext cx="55490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F505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812272" y="3020535"/>
            <a:ext cx="58133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Overview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956001" y="5744873"/>
            <a:ext cx="1858348" cy="31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5"/>
              </a:lnSpc>
            </a:pPr>
            <a:r>
              <a:rPr lang="en-US" b="true" sz="2070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703836" y="6503083"/>
            <a:ext cx="1415417" cy="230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b="true" sz="1576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298134" y="6059659"/>
            <a:ext cx="1174082" cy="180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1"/>
              </a:lnSpc>
            </a:pPr>
            <a:r>
              <a:rPr lang="en-US" sz="1216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964423" y="6742841"/>
            <a:ext cx="894243" cy="12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1"/>
              </a:lnSpc>
            </a:pPr>
            <a:r>
              <a:rPr lang="en-US" sz="926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014142" y="4758841"/>
            <a:ext cx="295509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Solution 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014142" y="7061842"/>
            <a:ext cx="262716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Solution 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269504" y="5196436"/>
            <a:ext cx="5399462" cy="76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269504" y="7586222"/>
            <a:ext cx="5399462" cy="76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 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2600905" y="4985961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85662" y="2178690"/>
            <a:ext cx="6837083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F5050"/>
                </a:solidFill>
                <a:latin typeface="Poppins Bold"/>
                <a:ea typeface="Poppins Bold"/>
                <a:cs typeface="Poppins Bold"/>
                <a:sym typeface="Poppins Bold"/>
              </a:rPr>
              <a:t>User-Friendly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2101" y="3167186"/>
            <a:ext cx="58133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Interface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1436149" y="2159640"/>
            <a:ext cx="5096442" cy="10084186"/>
            <a:chOff x="0" y="0"/>
            <a:chExt cx="2620010" cy="5184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8217303" y="4563169"/>
            <a:ext cx="3881724" cy="7680657"/>
            <a:chOff x="0" y="0"/>
            <a:chExt cx="2620010" cy="51841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13075304" y="5052146"/>
            <a:ext cx="1818132" cy="2017345"/>
          </a:xfrm>
          <a:custGeom>
            <a:avLst/>
            <a:gdLst/>
            <a:ahLst/>
            <a:cxnLst/>
            <a:rect r="r" b="b" t="t" l="l"/>
            <a:pathLst>
              <a:path h="2017345" w="1818132">
                <a:moveTo>
                  <a:pt x="0" y="0"/>
                </a:moveTo>
                <a:lnTo>
                  <a:pt x="1818132" y="0"/>
                </a:lnTo>
                <a:lnTo>
                  <a:pt x="1818132" y="2017345"/>
                </a:lnTo>
                <a:lnTo>
                  <a:pt x="0" y="20173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465771" y="6766257"/>
            <a:ext cx="1384787" cy="1536518"/>
          </a:xfrm>
          <a:custGeom>
            <a:avLst/>
            <a:gdLst/>
            <a:ahLst/>
            <a:cxnLst/>
            <a:rect r="r" b="b" t="t" l="l"/>
            <a:pathLst>
              <a:path h="1536518" w="1384787">
                <a:moveTo>
                  <a:pt x="0" y="0"/>
                </a:moveTo>
                <a:lnTo>
                  <a:pt x="1384787" y="0"/>
                </a:lnTo>
                <a:lnTo>
                  <a:pt x="1384787" y="1536518"/>
                </a:lnTo>
                <a:lnTo>
                  <a:pt x="0" y="1536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2547126" y="7394604"/>
            <a:ext cx="2874488" cy="477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6"/>
              </a:lnSpc>
            </a:pPr>
            <a:r>
              <a:rPr lang="en-US" b="true" sz="3202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063483" y="8543144"/>
            <a:ext cx="2189364" cy="370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b="true" sz="2439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076337" y="7871989"/>
            <a:ext cx="1816067" cy="27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3"/>
              </a:lnSpc>
            </a:pPr>
            <a:r>
              <a:rPr lang="en-US" sz="1882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66558" y="8923526"/>
            <a:ext cx="1383214" cy="203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3"/>
              </a:lnSpc>
            </a:pPr>
            <a:r>
              <a:rPr lang="en-US" sz="143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72101" y="5622531"/>
            <a:ext cx="5369921" cy="191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0"/>
              </a:lnSpc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Presentations are communication tools that can use as lectures, speeches, reports, and more. It is mostly presented before an audience. It serves a variety of purpose, making presentations powerful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3605760" y="7094792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78736" y="2698327"/>
            <a:ext cx="6772266" cy="1787568"/>
            <a:chOff x="0" y="0"/>
            <a:chExt cx="1490916" cy="393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90916" cy="393534"/>
            </a:xfrm>
            <a:custGeom>
              <a:avLst/>
              <a:gdLst/>
              <a:ahLst/>
              <a:cxnLst/>
              <a:rect r="r" b="b" t="t" l="l"/>
              <a:pathLst>
                <a:path h="393534" w="1490916">
                  <a:moveTo>
                    <a:pt x="21720" y="0"/>
                  </a:moveTo>
                  <a:lnTo>
                    <a:pt x="1469196" y="0"/>
                  </a:lnTo>
                  <a:cubicBezTo>
                    <a:pt x="1481192" y="0"/>
                    <a:pt x="1490916" y="9725"/>
                    <a:pt x="1490916" y="21720"/>
                  </a:cubicBezTo>
                  <a:lnTo>
                    <a:pt x="1490916" y="371813"/>
                  </a:lnTo>
                  <a:cubicBezTo>
                    <a:pt x="1490916" y="383809"/>
                    <a:pt x="1481192" y="393534"/>
                    <a:pt x="1469196" y="393534"/>
                  </a:cubicBezTo>
                  <a:lnTo>
                    <a:pt x="21720" y="393534"/>
                  </a:lnTo>
                  <a:cubicBezTo>
                    <a:pt x="9725" y="393534"/>
                    <a:pt x="0" y="383809"/>
                    <a:pt x="0" y="371813"/>
                  </a:cubicBezTo>
                  <a:lnTo>
                    <a:pt x="0" y="21720"/>
                  </a:lnTo>
                  <a:cubicBezTo>
                    <a:pt x="0" y="9725"/>
                    <a:pt x="9725" y="0"/>
                    <a:pt x="21720" y="0"/>
                  </a:cubicBezTo>
                  <a:close/>
                </a:path>
              </a:pathLst>
            </a:custGeom>
            <a:solidFill>
              <a:srgbClr val="FF5050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490916" cy="450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78736" y="4807158"/>
            <a:ext cx="6772266" cy="1787568"/>
            <a:chOff x="0" y="0"/>
            <a:chExt cx="1490916" cy="3935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90916" cy="393534"/>
            </a:xfrm>
            <a:custGeom>
              <a:avLst/>
              <a:gdLst/>
              <a:ahLst/>
              <a:cxnLst/>
              <a:rect r="r" b="b" t="t" l="l"/>
              <a:pathLst>
                <a:path h="393534" w="1490916">
                  <a:moveTo>
                    <a:pt x="21720" y="0"/>
                  </a:moveTo>
                  <a:lnTo>
                    <a:pt x="1469196" y="0"/>
                  </a:lnTo>
                  <a:cubicBezTo>
                    <a:pt x="1481192" y="0"/>
                    <a:pt x="1490916" y="9725"/>
                    <a:pt x="1490916" y="21720"/>
                  </a:cubicBezTo>
                  <a:lnTo>
                    <a:pt x="1490916" y="371813"/>
                  </a:lnTo>
                  <a:cubicBezTo>
                    <a:pt x="1490916" y="383809"/>
                    <a:pt x="1481192" y="393534"/>
                    <a:pt x="1469196" y="393534"/>
                  </a:cubicBezTo>
                  <a:lnTo>
                    <a:pt x="21720" y="393534"/>
                  </a:lnTo>
                  <a:cubicBezTo>
                    <a:pt x="9725" y="393534"/>
                    <a:pt x="0" y="383809"/>
                    <a:pt x="0" y="371813"/>
                  </a:cubicBezTo>
                  <a:lnTo>
                    <a:pt x="0" y="21720"/>
                  </a:lnTo>
                  <a:cubicBezTo>
                    <a:pt x="0" y="9725"/>
                    <a:pt x="9725" y="0"/>
                    <a:pt x="21720" y="0"/>
                  </a:cubicBezTo>
                  <a:close/>
                </a:path>
              </a:pathLst>
            </a:custGeom>
            <a:solidFill>
              <a:srgbClr val="FF5050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490916" cy="450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78736" y="7204326"/>
            <a:ext cx="6772266" cy="1787568"/>
            <a:chOff x="0" y="0"/>
            <a:chExt cx="1490916" cy="3935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90916" cy="393534"/>
            </a:xfrm>
            <a:custGeom>
              <a:avLst/>
              <a:gdLst/>
              <a:ahLst/>
              <a:cxnLst/>
              <a:rect r="r" b="b" t="t" l="l"/>
              <a:pathLst>
                <a:path h="393534" w="1490916">
                  <a:moveTo>
                    <a:pt x="21720" y="0"/>
                  </a:moveTo>
                  <a:lnTo>
                    <a:pt x="1469196" y="0"/>
                  </a:lnTo>
                  <a:cubicBezTo>
                    <a:pt x="1481192" y="0"/>
                    <a:pt x="1490916" y="9725"/>
                    <a:pt x="1490916" y="21720"/>
                  </a:cubicBezTo>
                  <a:lnTo>
                    <a:pt x="1490916" y="371813"/>
                  </a:lnTo>
                  <a:cubicBezTo>
                    <a:pt x="1490916" y="383809"/>
                    <a:pt x="1481192" y="393534"/>
                    <a:pt x="1469196" y="393534"/>
                  </a:cubicBezTo>
                  <a:lnTo>
                    <a:pt x="21720" y="393534"/>
                  </a:lnTo>
                  <a:cubicBezTo>
                    <a:pt x="9725" y="393534"/>
                    <a:pt x="0" y="383809"/>
                    <a:pt x="0" y="371813"/>
                  </a:cubicBezTo>
                  <a:lnTo>
                    <a:pt x="0" y="21720"/>
                  </a:lnTo>
                  <a:cubicBezTo>
                    <a:pt x="0" y="9725"/>
                    <a:pt x="9725" y="0"/>
                    <a:pt x="21720" y="0"/>
                  </a:cubicBezTo>
                  <a:close/>
                </a:path>
              </a:pathLst>
            </a:custGeom>
            <a:solidFill>
              <a:srgbClr val="FF5050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490916" cy="450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250987" y="2385693"/>
            <a:ext cx="55490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F5050"/>
                </a:solidFill>
                <a:latin typeface="Poppins Bold"/>
                <a:ea typeface="Poppins Bold"/>
                <a:cs typeface="Poppins Bold"/>
                <a:sym typeface="Poppins Bold"/>
              </a:rPr>
              <a:t>Benefits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37425" y="3374190"/>
            <a:ext cx="58133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for Users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963814" y="5143500"/>
            <a:ext cx="5002812" cy="9898924"/>
            <a:chOff x="0" y="0"/>
            <a:chExt cx="2620010" cy="5184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3572855" y="6486973"/>
            <a:ext cx="1784731" cy="1980284"/>
          </a:xfrm>
          <a:custGeom>
            <a:avLst/>
            <a:gdLst/>
            <a:ahLst/>
            <a:cxnLst/>
            <a:rect r="r" b="b" t="t" l="l"/>
            <a:pathLst>
              <a:path h="1980284" w="1784731">
                <a:moveTo>
                  <a:pt x="0" y="0"/>
                </a:moveTo>
                <a:lnTo>
                  <a:pt x="1784730" y="0"/>
                </a:lnTo>
                <a:lnTo>
                  <a:pt x="1784730" y="1980284"/>
                </a:lnTo>
                <a:lnTo>
                  <a:pt x="0" y="1980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3054380" y="8796096"/>
            <a:ext cx="2821679" cy="458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3"/>
              </a:lnSpc>
            </a:pPr>
            <a:r>
              <a:rPr lang="en-US" b="true" sz="3143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573869" y="9264537"/>
            <a:ext cx="1782703" cy="26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6"/>
              </a:lnSpc>
            </a:pPr>
            <a:r>
              <a:rPr lang="en-US" sz="1847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25397" y="2993837"/>
            <a:ext cx="295509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39393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Benefit 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25397" y="5102669"/>
            <a:ext cx="295509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39393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Benefit 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25397" y="7499837"/>
            <a:ext cx="295509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39393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Benefit 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480759" y="3431432"/>
            <a:ext cx="5399462" cy="76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393939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480759" y="5540264"/>
            <a:ext cx="5399462" cy="76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393939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480759" y="7937432"/>
            <a:ext cx="5399462" cy="76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393939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1729743" y="4532546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2171646" y="5087114"/>
            <a:ext cx="2173046" cy="4299744"/>
            <a:chOff x="0" y="0"/>
            <a:chExt cx="2620010" cy="5184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870557" y="6320435"/>
            <a:ext cx="775224" cy="860165"/>
          </a:xfrm>
          <a:custGeom>
            <a:avLst/>
            <a:gdLst/>
            <a:ahLst/>
            <a:cxnLst/>
            <a:rect r="r" b="b" t="t" l="l"/>
            <a:pathLst>
              <a:path h="860165" w="775224">
                <a:moveTo>
                  <a:pt x="0" y="0"/>
                </a:moveTo>
                <a:lnTo>
                  <a:pt x="775224" y="0"/>
                </a:lnTo>
                <a:lnTo>
                  <a:pt x="775224" y="860165"/>
                </a:lnTo>
                <a:lnTo>
                  <a:pt x="0" y="8601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12036712" y="2458056"/>
            <a:ext cx="5222588" cy="6800244"/>
            <a:chOff x="0" y="0"/>
            <a:chExt cx="14630400" cy="190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04520" y="545084"/>
              <a:ext cx="13421360" cy="17959831"/>
            </a:xfrm>
            <a:custGeom>
              <a:avLst/>
              <a:gdLst/>
              <a:ahLst/>
              <a:cxnLst/>
              <a:rect r="r" b="b" t="t" l="l"/>
              <a:pathLst>
                <a:path h="17959831" w="13421360">
                  <a:moveTo>
                    <a:pt x="13421360" y="17959831"/>
                  </a:moveTo>
                  <a:lnTo>
                    <a:pt x="0" y="17959831"/>
                  </a:lnTo>
                  <a:lnTo>
                    <a:pt x="0" y="0"/>
                  </a:lnTo>
                  <a:lnTo>
                    <a:pt x="13421360" y="0"/>
                  </a:lnTo>
                  <a:lnTo>
                    <a:pt x="13421360" y="17959831"/>
                  </a:ln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14630400">
                  <a:moveTo>
                    <a:pt x="146304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14630400" y="0"/>
                  </a:lnTo>
                  <a:lnTo>
                    <a:pt x="14630400" y="19050000"/>
                  </a:lnTo>
                  <a:close/>
                </a:path>
              </a:pathLst>
            </a:custGeom>
            <a:blipFill>
              <a:blip r:embed="rId4"/>
              <a:stretch>
                <a:fillRect l="0" t="-32" r="0" b="-32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4049086" y="4839759"/>
            <a:ext cx="1317632" cy="1462005"/>
          </a:xfrm>
          <a:custGeom>
            <a:avLst/>
            <a:gdLst/>
            <a:ahLst/>
            <a:cxnLst/>
            <a:rect r="r" b="b" t="t" l="l"/>
            <a:pathLst>
              <a:path h="1462005" w="1317632">
                <a:moveTo>
                  <a:pt x="0" y="0"/>
                </a:moveTo>
                <a:lnTo>
                  <a:pt x="1317632" y="0"/>
                </a:lnTo>
                <a:lnTo>
                  <a:pt x="1317632" y="1462006"/>
                </a:lnTo>
                <a:lnTo>
                  <a:pt x="0" y="1462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666306" y="6549527"/>
            <a:ext cx="2083192" cy="333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3"/>
              </a:lnSpc>
            </a:pPr>
            <a:r>
              <a:rPr lang="en-US" b="true" sz="2320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049834" y="6883349"/>
            <a:ext cx="1316135" cy="202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"/>
              </a:lnSpc>
            </a:pPr>
            <a:r>
              <a:rPr lang="en-US" sz="1363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4057888" y="4839759"/>
            <a:ext cx="8358707" cy="4794453"/>
            <a:chOff x="0" y="0"/>
            <a:chExt cx="7981950" cy="45783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solidFill>
              <a:srgbClr val="FF5050"/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7637157" y="6082509"/>
            <a:ext cx="1302963" cy="1445729"/>
          </a:xfrm>
          <a:custGeom>
            <a:avLst/>
            <a:gdLst/>
            <a:ahLst/>
            <a:cxnLst/>
            <a:rect r="r" b="b" t="t" l="l"/>
            <a:pathLst>
              <a:path h="1445729" w="1302963">
                <a:moveTo>
                  <a:pt x="0" y="0"/>
                </a:moveTo>
                <a:lnTo>
                  <a:pt x="1302963" y="0"/>
                </a:lnTo>
                <a:lnTo>
                  <a:pt x="1302963" y="1445729"/>
                </a:lnTo>
                <a:lnTo>
                  <a:pt x="0" y="14457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7258639" y="7773453"/>
            <a:ext cx="2059999" cy="329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5"/>
              </a:lnSpc>
            </a:pPr>
            <a:r>
              <a:rPr lang="en-US" b="true" sz="2295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637897" y="8103347"/>
            <a:ext cx="1301483" cy="200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3"/>
              </a:lnSpc>
            </a:pPr>
            <a:r>
              <a:rPr lang="en-US" sz="1348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72101" y="2206885"/>
            <a:ext cx="666514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F5050"/>
                </a:solidFill>
                <a:latin typeface="Poppins Bold"/>
                <a:ea typeface="Poppins Bold"/>
                <a:cs typeface="Poppins Bold"/>
                <a:sym typeface="Poppins Bold"/>
              </a:rPr>
              <a:t>Sync Across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58540" y="3195382"/>
            <a:ext cx="812954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All Your Device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645349" y="7315162"/>
            <a:ext cx="1225638" cy="20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1"/>
              </a:lnSpc>
            </a:pPr>
            <a:r>
              <a:rPr lang="en-US" b="true" sz="1365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685219" y="7532298"/>
            <a:ext cx="1145899" cy="1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"/>
              </a:lnSpc>
            </a:pPr>
            <a:r>
              <a:rPr lang="en-US" sz="902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65110" y="2385693"/>
            <a:ext cx="55490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F5050"/>
                </a:solidFill>
                <a:latin typeface="Poppins Bold"/>
                <a:ea typeface="Poppins Bold"/>
                <a:cs typeface="Poppins Bold"/>
                <a:sym typeface="Poppins Bold"/>
              </a:rPr>
              <a:t>How to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51549" y="3374190"/>
            <a:ext cx="58133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Subscribe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76919" y="5026708"/>
            <a:ext cx="6555355" cy="855816"/>
            <a:chOff x="0" y="0"/>
            <a:chExt cx="1726513" cy="225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26513" cy="225400"/>
            </a:xfrm>
            <a:custGeom>
              <a:avLst/>
              <a:gdLst/>
              <a:ahLst/>
              <a:cxnLst/>
              <a:rect r="r" b="b" t="t" l="l"/>
              <a:pathLst>
                <a:path h="225400" w="1726513">
                  <a:moveTo>
                    <a:pt x="20077" y="0"/>
                  </a:moveTo>
                  <a:lnTo>
                    <a:pt x="1706436" y="0"/>
                  </a:lnTo>
                  <a:cubicBezTo>
                    <a:pt x="1717524" y="0"/>
                    <a:pt x="1726513" y="8989"/>
                    <a:pt x="1726513" y="20077"/>
                  </a:cubicBezTo>
                  <a:lnTo>
                    <a:pt x="1726513" y="205323"/>
                  </a:lnTo>
                  <a:cubicBezTo>
                    <a:pt x="1726513" y="216411"/>
                    <a:pt x="1717524" y="225400"/>
                    <a:pt x="1706436" y="225400"/>
                  </a:cubicBezTo>
                  <a:lnTo>
                    <a:pt x="20077" y="225400"/>
                  </a:lnTo>
                  <a:cubicBezTo>
                    <a:pt x="8989" y="225400"/>
                    <a:pt x="0" y="216411"/>
                    <a:pt x="0" y="205323"/>
                  </a:cubicBezTo>
                  <a:lnTo>
                    <a:pt x="0" y="20077"/>
                  </a:lnTo>
                  <a:cubicBezTo>
                    <a:pt x="0" y="8989"/>
                    <a:pt x="8989" y="0"/>
                    <a:pt x="20077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726513" cy="282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76919" y="7349500"/>
            <a:ext cx="6555355" cy="855816"/>
            <a:chOff x="0" y="0"/>
            <a:chExt cx="1726513" cy="225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26513" cy="225400"/>
            </a:xfrm>
            <a:custGeom>
              <a:avLst/>
              <a:gdLst/>
              <a:ahLst/>
              <a:cxnLst/>
              <a:rect r="r" b="b" t="t" l="l"/>
              <a:pathLst>
                <a:path h="225400" w="1726513">
                  <a:moveTo>
                    <a:pt x="20077" y="0"/>
                  </a:moveTo>
                  <a:lnTo>
                    <a:pt x="1706436" y="0"/>
                  </a:lnTo>
                  <a:cubicBezTo>
                    <a:pt x="1717524" y="0"/>
                    <a:pt x="1726513" y="8989"/>
                    <a:pt x="1726513" y="20077"/>
                  </a:cubicBezTo>
                  <a:lnTo>
                    <a:pt x="1726513" y="205323"/>
                  </a:lnTo>
                  <a:cubicBezTo>
                    <a:pt x="1726513" y="216411"/>
                    <a:pt x="1717524" y="225400"/>
                    <a:pt x="1706436" y="225400"/>
                  </a:cubicBezTo>
                  <a:lnTo>
                    <a:pt x="20077" y="225400"/>
                  </a:lnTo>
                  <a:cubicBezTo>
                    <a:pt x="8989" y="225400"/>
                    <a:pt x="0" y="216411"/>
                    <a:pt x="0" y="205323"/>
                  </a:cubicBezTo>
                  <a:lnTo>
                    <a:pt x="0" y="20077"/>
                  </a:lnTo>
                  <a:cubicBezTo>
                    <a:pt x="0" y="8989"/>
                    <a:pt x="8989" y="0"/>
                    <a:pt x="20077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726513" cy="282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76919" y="6188884"/>
            <a:ext cx="6555355" cy="855816"/>
            <a:chOff x="0" y="0"/>
            <a:chExt cx="1726513" cy="225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26513" cy="225400"/>
            </a:xfrm>
            <a:custGeom>
              <a:avLst/>
              <a:gdLst/>
              <a:ahLst/>
              <a:cxnLst/>
              <a:rect r="r" b="b" t="t" l="l"/>
              <a:pathLst>
                <a:path h="225400" w="1726513">
                  <a:moveTo>
                    <a:pt x="20077" y="0"/>
                  </a:moveTo>
                  <a:lnTo>
                    <a:pt x="1706436" y="0"/>
                  </a:lnTo>
                  <a:cubicBezTo>
                    <a:pt x="1717524" y="0"/>
                    <a:pt x="1726513" y="8989"/>
                    <a:pt x="1726513" y="20077"/>
                  </a:cubicBezTo>
                  <a:lnTo>
                    <a:pt x="1726513" y="205323"/>
                  </a:lnTo>
                  <a:cubicBezTo>
                    <a:pt x="1726513" y="216411"/>
                    <a:pt x="1717524" y="225400"/>
                    <a:pt x="1706436" y="225400"/>
                  </a:cubicBezTo>
                  <a:lnTo>
                    <a:pt x="20077" y="225400"/>
                  </a:lnTo>
                  <a:cubicBezTo>
                    <a:pt x="8989" y="225400"/>
                    <a:pt x="0" y="216411"/>
                    <a:pt x="0" y="205323"/>
                  </a:cubicBezTo>
                  <a:lnTo>
                    <a:pt x="0" y="20077"/>
                  </a:lnTo>
                  <a:cubicBezTo>
                    <a:pt x="0" y="8989"/>
                    <a:pt x="8989" y="0"/>
                    <a:pt x="20077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726513" cy="282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97506" y="5251001"/>
            <a:ext cx="549968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500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1. Visit our website or mobile app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97506" y="6434974"/>
            <a:ext cx="5125925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500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2. Choose your desired plan.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97506" y="7597150"/>
            <a:ext cx="5125925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500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3. Enter payment details.</a:t>
            </a:r>
          </a:p>
        </p:txBody>
      </p: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1196595" y="2389096"/>
            <a:ext cx="4705788" cy="9311209"/>
            <a:chOff x="0" y="0"/>
            <a:chExt cx="2620010" cy="5184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9334547" y="4481011"/>
            <a:ext cx="2681025" cy="5304868"/>
            <a:chOff x="0" y="0"/>
            <a:chExt cx="2620010" cy="51841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2" id="42"/>
          <p:cNvGrpSpPr>
            <a:grpSpLocks noChangeAspect="true"/>
          </p:cNvGrpSpPr>
          <p:nvPr/>
        </p:nvGrpSpPr>
        <p:grpSpPr>
          <a:xfrm rot="0">
            <a:off x="15087642" y="4481011"/>
            <a:ext cx="2681025" cy="5304868"/>
            <a:chOff x="0" y="0"/>
            <a:chExt cx="2620010" cy="51841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52" id="52"/>
          <p:cNvSpPr/>
          <p:nvPr/>
        </p:nvSpPr>
        <p:spPr>
          <a:xfrm flipH="false" flipV="false" rot="0">
            <a:off x="12710104" y="4118378"/>
            <a:ext cx="1678768" cy="1862711"/>
          </a:xfrm>
          <a:custGeom>
            <a:avLst/>
            <a:gdLst/>
            <a:ahLst/>
            <a:cxnLst/>
            <a:rect r="r" b="b" t="t" l="l"/>
            <a:pathLst>
              <a:path h="1862711" w="1678768">
                <a:moveTo>
                  <a:pt x="0" y="0"/>
                </a:moveTo>
                <a:lnTo>
                  <a:pt x="1678769" y="0"/>
                </a:lnTo>
                <a:lnTo>
                  <a:pt x="1678769" y="1862711"/>
                </a:lnTo>
                <a:lnTo>
                  <a:pt x="0" y="1862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0196837" y="5466234"/>
            <a:ext cx="956443" cy="1061241"/>
          </a:xfrm>
          <a:custGeom>
            <a:avLst/>
            <a:gdLst/>
            <a:ahLst/>
            <a:cxnLst/>
            <a:rect r="r" b="b" t="t" l="l"/>
            <a:pathLst>
              <a:path h="1061241" w="956443">
                <a:moveTo>
                  <a:pt x="0" y="0"/>
                </a:moveTo>
                <a:lnTo>
                  <a:pt x="956443" y="0"/>
                </a:lnTo>
                <a:lnTo>
                  <a:pt x="956443" y="1061241"/>
                </a:lnTo>
                <a:lnTo>
                  <a:pt x="0" y="10612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5949932" y="5466234"/>
            <a:ext cx="956443" cy="1061241"/>
          </a:xfrm>
          <a:custGeom>
            <a:avLst/>
            <a:gdLst/>
            <a:ahLst/>
            <a:cxnLst/>
            <a:rect r="r" b="b" t="t" l="l"/>
            <a:pathLst>
              <a:path h="1061241" w="956443">
                <a:moveTo>
                  <a:pt x="0" y="0"/>
                </a:moveTo>
                <a:lnTo>
                  <a:pt x="956444" y="0"/>
                </a:lnTo>
                <a:lnTo>
                  <a:pt x="956444" y="1061241"/>
                </a:lnTo>
                <a:lnTo>
                  <a:pt x="0" y="10612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12222413" y="6291536"/>
            <a:ext cx="2654152" cy="43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4"/>
              </a:lnSpc>
            </a:pPr>
            <a:r>
              <a:rPr lang="en-US" b="true" sz="2957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918985" y="6683967"/>
            <a:ext cx="1512148" cy="26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2"/>
              </a:lnSpc>
            </a:pPr>
            <a:r>
              <a:rPr lang="en-US" b="true" sz="1684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5672080" y="6683967"/>
            <a:ext cx="1512148" cy="26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2"/>
              </a:lnSpc>
            </a:pPr>
            <a:r>
              <a:rPr lang="en-US" b="true" sz="1684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711058" y="6731599"/>
            <a:ext cx="1676861" cy="24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9"/>
              </a:lnSpc>
            </a:pPr>
            <a:r>
              <a:rPr lang="en-US" sz="1737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197381" y="6959160"/>
            <a:ext cx="955357" cy="13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9"/>
              </a:lnSpc>
            </a:pPr>
            <a:r>
              <a:rPr lang="en-US" sz="99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5950476" y="6959160"/>
            <a:ext cx="955357" cy="13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9"/>
              </a:lnSpc>
            </a:pPr>
            <a:r>
              <a:rPr lang="en-US" sz="99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3999376" y="7543678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2510639" y="2244577"/>
            <a:ext cx="5497134" cy="10877024"/>
            <a:chOff x="0" y="0"/>
            <a:chExt cx="2620010" cy="5184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4278667" y="4264664"/>
            <a:ext cx="1961077" cy="2175953"/>
          </a:xfrm>
          <a:custGeom>
            <a:avLst/>
            <a:gdLst/>
            <a:ahLst/>
            <a:cxnLst/>
            <a:rect r="r" b="b" t="t" l="l"/>
            <a:pathLst>
              <a:path h="2175953" w="1961077">
                <a:moveTo>
                  <a:pt x="0" y="0"/>
                </a:moveTo>
                <a:lnTo>
                  <a:pt x="1961078" y="0"/>
                </a:lnTo>
                <a:lnTo>
                  <a:pt x="1961078" y="2175952"/>
                </a:lnTo>
                <a:lnTo>
                  <a:pt x="0" y="21759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8974195" y="5904459"/>
            <a:ext cx="6257766" cy="2475045"/>
            <a:chOff x="0" y="0"/>
            <a:chExt cx="1648136" cy="6518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48136" cy="651864"/>
            </a:xfrm>
            <a:custGeom>
              <a:avLst/>
              <a:gdLst/>
              <a:ahLst/>
              <a:cxnLst/>
              <a:rect r="r" b="b" t="t" l="l"/>
              <a:pathLst>
                <a:path h="651864" w="1648136">
                  <a:moveTo>
                    <a:pt x="38352" y="0"/>
                  </a:moveTo>
                  <a:lnTo>
                    <a:pt x="1609784" y="0"/>
                  </a:lnTo>
                  <a:cubicBezTo>
                    <a:pt x="1619955" y="0"/>
                    <a:pt x="1629710" y="4041"/>
                    <a:pt x="1636903" y="11233"/>
                  </a:cubicBezTo>
                  <a:cubicBezTo>
                    <a:pt x="1644095" y="18426"/>
                    <a:pt x="1648136" y="28181"/>
                    <a:pt x="1648136" y="38352"/>
                  </a:cubicBezTo>
                  <a:lnTo>
                    <a:pt x="1648136" y="613511"/>
                  </a:lnTo>
                  <a:cubicBezTo>
                    <a:pt x="1648136" y="623683"/>
                    <a:pt x="1644095" y="633438"/>
                    <a:pt x="1636903" y="640631"/>
                  </a:cubicBezTo>
                  <a:cubicBezTo>
                    <a:pt x="1629710" y="647823"/>
                    <a:pt x="1619955" y="651864"/>
                    <a:pt x="1609784" y="651864"/>
                  </a:cubicBezTo>
                  <a:lnTo>
                    <a:pt x="38352" y="651864"/>
                  </a:lnTo>
                  <a:cubicBezTo>
                    <a:pt x="17171" y="651864"/>
                    <a:pt x="0" y="634693"/>
                    <a:pt x="0" y="613511"/>
                  </a:cubicBezTo>
                  <a:lnTo>
                    <a:pt x="0" y="38352"/>
                  </a:lnTo>
                  <a:cubicBezTo>
                    <a:pt x="0" y="28181"/>
                    <a:pt x="4041" y="18426"/>
                    <a:pt x="11233" y="11233"/>
                  </a:cubicBezTo>
                  <a:cubicBezTo>
                    <a:pt x="18426" y="4041"/>
                    <a:pt x="28181" y="0"/>
                    <a:pt x="383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648136" cy="709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49703" y="5352640"/>
            <a:ext cx="3781270" cy="685294"/>
            <a:chOff x="0" y="0"/>
            <a:chExt cx="1294857" cy="2346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94857" cy="234672"/>
            </a:xfrm>
            <a:custGeom>
              <a:avLst/>
              <a:gdLst/>
              <a:ahLst/>
              <a:cxnLst/>
              <a:rect r="r" b="b" t="t" l="l"/>
              <a:pathLst>
                <a:path h="234672" w="1294857">
                  <a:moveTo>
                    <a:pt x="61423" y="0"/>
                  </a:moveTo>
                  <a:lnTo>
                    <a:pt x="1233434" y="0"/>
                  </a:lnTo>
                  <a:cubicBezTo>
                    <a:pt x="1267357" y="0"/>
                    <a:pt x="1294857" y="27500"/>
                    <a:pt x="1294857" y="61423"/>
                  </a:cubicBezTo>
                  <a:lnTo>
                    <a:pt x="1294857" y="173249"/>
                  </a:lnTo>
                  <a:cubicBezTo>
                    <a:pt x="1294857" y="189539"/>
                    <a:pt x="1288386" y="205162"/>
                    <a:pt x="1276867" y="216681"/>
                  </a:cubicBezTo>
                  <a:cubicBezTo>
                    <a:pt x="1265347" y="228200"/>
                    <a:pt x="1249724" y="234672"/>
                    <a:pt x="1233434" y="234672"/>
                  </a:cubicBezTo>
                  <a:lnTo>
                    <a:pt x="61423" y="234672"/>
                  </a:lnTo>
                  <a:cubicBezTo>
                    <a:pt x="45133" y="234672"/>
                    <a:pt x="29510" y="228200"/>
                    <a:pt x="17990" y="216681"/>
                  </a:cubicBezTo>
                  <a:cubicBezTo>
                    <a:pt x="6471" y="205162"/>
                    <a:pt x="0" y="189539"/>
                    <a:pt x="0" y="173249"/>
                  </a:cubicBezTo>
                  <a:lnTo>
                    <a:pt x="0" y="61423"/>
                  </a:lnTo>
                  <a:cubicBezTo>
                    <a:pt x="0" y="45133"/>
                    <a:pt x="6471" y="29510"/>
                    <a:pt x="17990" y="17990"/>
                  </a:cubicBezTo>
                  <a:cubicBezTo>
                    <a:pt x="29510" y="6471"/>
                    <a:pt x="45133" y="0"/>
                    <a:pt x="61423" y="0"/>
                  </a:cubicBezTo>
                  <a:close/>
                </a:path>
              </a:pathLst>
            </a:custGeom>
            <a:solidFill>
              <a:srgbClr val="FF5050"/>
            </a:solidFill>
            <a:ln cap="rnd">
              <a:noFill/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294857" cy="291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733181" y="4922720"/>
            <a:ext cx="1370890" cy="137089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958" r="0" b="-47135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8974195" y="2385693"/>
            <a:ext cx="55490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F5050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960634" y="3374190"/>
            <a:ext cx="6653150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Testimonial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708963" y="6800066"/>
            <a:ext cx="3100486" cy="50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b="true" sz="3454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279781" y="7315733"/>
            <a:ext cx="1958849" cy="29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2029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65101" y="6332594"/>
            <a:ext cx="5075954" cy="171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1"/>
              </a:lnSpc>
            </a:pPr>
            <a:r>
              <a:rPr lang="en-US" sz="148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"I've been using wardiere inc for my small business, and it's been a game-changer. The convenience and efficiency it brings to my day-to-day transactions are remarkable. The user-friendly interface made it easy for me to manage payments, and the security features put my mind at ease.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77227" y="5469172"/>
            <a:ext cx="2560470" cy="37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2"/>
              </a:lnSpc>
            </a:pPr>
            <a:r>
              <a:rPr lang="en-US" b="true" sz="1968">
                <a:solidFill>
                  <a:srgbClr val="39393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Samantha Rachel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524141">
            <a:off x="13605760" y="6855137"/>
            <a:ext cx="7307079" cy="9451509"/>
            <a:chOff x="0" y="0"/>
            <a:chExt cx="665246" cy="8604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00950" y="3600450"/>
            <a:ext cx="9059728" cy="4049588"/>
            <a:chOff x="0" y="0"/>
            <a:chExt cx="2386101" cy="10665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86101" cy="1066558"/>
            </a:xfrm>
            <a:custGeom>
              <a:avLst/>
              <a:gdLst/>
              <a:ahLst/>
              <a:cxnLst/>
              <a:rect r="r" b="b" t="t" l="l"/>
              <a:pathLst>
                <a:path h="1066558" w="2386101">
                  <a:moveTo>
                    <a:pt x="24782" y="0"/>
                  </a:moveTo>
                  <a:lnTo>
                    <a:pt x="2361320" y="0"/>
                  </a:lnTo>
                  <a:cubicBezTo>
                    <a:pt x="2367892" y="0"/>
                    <a:pt x="2374195" y="2611"/>
                    <a:pt x="2378843" y="7258"/>
                  </a:cubicBezTo>
                  <a:cubicBezTo>
                    <a:pt x="2383490" y="11906"/>
                    <a:pt x="2386101" y="18209"/>
                    <a:pt x="2386101" y="24782"/>
                  </a:cubicBezTo>
                  <a:lnTo>
                    <a:pt x="2386101" y="1041777"/>
                  </a:lnTo>
                  <a:cubicBezTo>
                    <a:pt x="2386101" y="1048349"/>
                    <a:pt x="2383490" y="1054652"/>
                    <a:pt x="2378843" y="1059300"/>
                  </a:cubicBezTo>
                  <a:cubicBezTo>
                    <a:pt x="2374195" y="1063947"/>
                    <a:pt x="2367892" y="1066558"/>
                    <a:pt x="2361320" y="1066558"/>
                  </a:cubicBezTo>
                  <a:lnTo>
                    <a:pt x="24782" y="1066558"/>
                  </a:lnTo>
                  <a:cubicBezTo>
                    <a:pt x="18209" y="1066558"/>
                    <a:pt x="11906" y="1063947"/>
                    <a:pt x="7258" y="1059300"/>
                  </a:cubicBezTo>
                  <a:cubicBezTo>
                    <a:pt x="2611" y="1054652"/>
                    <a:pt x="0" y="1048349"/>
                    <a:pt x="0" y="1041777"/>
                  </a:cubicBezTo>
                  <a:lnTo>
                    <a:pt x="0" y="24782"/>
                  </a:lnTo>
                  <a:cubicBezTo>
                    <a:pt x="0" y="18209"/>
                    <a:pt x="2611" y="11906"/>
                    <a:pt x="7258" y="7258"/>
                  </a:cubicBezTo>
                  <a:cubicBezTo>
                    <a:pt x="11906" y="2611"/>
                    <a:pt x="18209" y="0"/>
                    <a:pt x="247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386101" cy="1123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66745" y="7301269"/>
            <a:ext cx="4249157" cy="697540"/>
            <a:chOff x="0" y="0"/>
            <a:chExt cx="1455080" cy="2388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55080" cy="238865"/>
            </a:xfrm>
            <a:custGeom>
              <a:avLst/>
              <a:gdLst/>
              <a:ahLst/>
              <a:cxnLst/>
              <a:rect r="r" b="b" t="t" l="l"/>
              <a:pathLst>
                <a:path h="238865" w="1455080">
                  <a:moveTo>
                    <a:pt x="119433" y="0"/>
                  </a:moveTo>
                  <a:lnTo>
                    <a:pt x="1335647" y="0"/>
                  </a:lnTo>
                  <a:cubicBezTo>
                    <a:pt x="1367323" y="0"/>
                    <a:pt x="1397701" y="12583"/>
                    <a:pt x="1420099" y="34981"/>
                  </a:cubicBezTo>
                  <a:cubicBezTo>
                    <a:pt x="1442497" y="57379"/>
                    <a:pt x="1455080" y="87757"/>
                    <a:pt x="1455080" y="119433"/>
                  </a:cubicBezTo>
                  <a:lnTo>
                    <a:pt x="1455080" y="119433"/>
                  </a:lnTo>
                  <a:cubicBezTo>
                    <a:pt x="1455080" y="185393"/>
                    <a:pt x="1401608" y="238865"/>
                    <a:pt x="1335647" y="238865"/>
                  </a:cubicBezTo>
                  <a:lnTo>
                    <a:pt x="119433" y="238865"/>
                  </a:lnTo>
                  <a:cubicBezTo>
                    <a:pt x="53472" y="238865"/>
                    <a:pt x="0" y="185393"/>
                    <a:pt x="0" y="119433"/>
                  </a:cubicBezTo>
                  <a:lnTo>
                    <a:pt x="0" y="119433"/>
                  </a:lnTo>
                  <a:cubicBezTo>
                    <a:pt x="0" y="53472"/>
                    <a:pt x="53472" y="0"/>
                    <a:pt x="119433" y="0"/>
                  </a:cubicBezTo>
                  <a:close/>
                </a:path>
              </a:pathLst>
            </a:custGeom>
            <a:solidFill>
              <a:srgbClr val="FF505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455080" cy="296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750969" y="7446126"/>
            <a:ext cx="348070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www.reallygreatsite.com</a:t>
            </a:r>
          </a:p>
        </p:txBody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280777" y="2223926"/>
            <a:ext cx="6841525" cy="13537133"/>
            <a:chOff x="0" y="0"/>
            <a:chExt cx="2620010" cy="51841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4F2F2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3481198" y="4738049"/>
            <a:ext cx="2440683" cy="2708109"/>
          </a:xfrm>
          <a:custGeom>
            <a:avLst/>
            <a:gdLst/>
            <a:ahLst/>
            <a:cxnLst/>
            <a:rect r="r" b="b" t="t" l="l"/>
            <a:pathLst>
              <a:path h="2708109" w="2440683">
                <a:moveTo>
                  <a:pt x="0" y="0"/>
                </a:moveTo>
                <a:lnTo>
                  <a:pt x="2440683" y="0"/>
                </a:lnTo>
                <a:lnTo>
                  <a:pt x="2440683" y="2708109"/>
                </a:lnTo>
                <a:lnTo>
                  <a:pt x="0" y="2708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382960" y="4396345"/>
            <a:ext cx="6635037" cy="131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5"/>
              </a:lnSpc>
              <a:spcBef>
                <a:spcPct val="0"/>
              </a:spcBef>
            </a:pPr>
            <a:r>
              <a:rPr lang="en-US" b="true" sz="8967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Download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66745" y="5578295"/>
            <a:ext cx="3758244" cy="131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5"/>
              </a:lnSpc>
              <a:spcBef>
                <a:spcPct val="0"/>
              </a:spcBef>
            </a:pPr>
            <a:r>
              <a:rPr lang="en-US" b="true" sz="8967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Now!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772166" y="7888856"/>
            <a:ext cx="3858748" cy="634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0"/>
              </a:lnSpc>
            </a:pPr>
            <a:r>
              <a:rPr lang="en-US" b="true" sz="4299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482585" y="8523441"/>
            <a:ext cx="2437910" cy="374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3"/>
              </a:lnSpc>
            </a:pPr>
            <a:r>
              <a:rPr lang="en-US" sz="2526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DAHEkoTksV8</dc:identifier>
  <dcterms:modified xsi:type="dcterms:W3CDTF">2011-08-01T06:04:30Z</dcterms:modified>
  <cp:revision>1</cp:revision>
  <dc:title>Purple and Pink Pastel Simple Modern Payment Mobile App Presentation</dc:title>
</cp:coreProperties>
</file>